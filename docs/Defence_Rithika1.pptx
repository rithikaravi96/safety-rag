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304" r:id="rId3"/>
    <p:sldId id="257" r:id="rId4"/>
    <p:sldId id="258" r:id="rId5"/>
    <p:sldId id="279" r:id="rId6"/>
    <p:sldId id="261" r:id="rId7"/>
    <p:sldId id="288" r:id="rId8"/>
    <p:sldId id="289" r:id="rId9"/>
    <p:sldId id="290" r:id="rId10"/>
    <p:sldId id="291" r:id="rId11"/>
    <p:sldId id="260" r:id="rId12"/>
    <p:sldId id="268" r:id="rId13"/>
    <p:sldId id="269" r:id="rId14"/>
    <p:sldId id="275" r:id="rId15"/>
    <p:sldId id="270" r:id="rId16"/>
    <p:sldId id="292" r:id="rId17"/>
    <p:sldId id="293" r:id="rId18"/>
    <p:sldId id="294" r:id="rId19"/>
    <p:sldId id="286" r:id="rId20"/>
    <p:sldId id="287" r:id="rId21"/>
    <p:sldId id="295" r:id="rId22"/>
    <p:sldId id="296" r:id="rId23"/>
    <p:sldId id="297" r:id="rId24"/>
    <p:sldId id="298" r:id="rId25"/>
    <p:sldId id="301" r:id="rId26"/>
    <p:sldId id="299" r:id="rId27"/>
    <p:sldId id="300" r:id="rId28"/>
    <p:sldId id="302" r:id="rId29"/>
    <p:sldId id="305" r:id="rId30"/>
    <p:sldId id="306" r:id="rId31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38A75028-6D11-4CD1-88BC-23DDE8CD7004}">
          <p14:sldIdLst>
            <p14:sldId id="256"/>
            <p14:sldId id="304"/>
            <p14:sldId id="257"/>
            <p14:sldId id="258"/>
            <p14:sldId id="279"/>
            <p14:sldId id="261"/>
            <p14:sldId id="288"/>
            <p14:sldId id="289"/>
            <p14:sldId id="290"/>
            <p14:sldId id="291"/>
            <p14:sldId id="260"/>
            <p14:sldId id="268"/>
            <p14:sldId id="269"/>
            <p14:sldId id="275"/>
            <p14:sldId id="270"/>
            <p14:sldId id="292"/>
            <p14:sldId id="293"/>
            <p14:sldId id="294"/>
          </p14:sldIdLst>
        </p14:section>
        <p14:section name="Untitled Section" id="{EC6B023D-AD19-4F6D-B6BA-9644F1E30304}">
          <p14:sldIdLst>
            <p14:sldId id="286"/>
            <p14:sldId id="287"/>
            <p14:sldId id="295"/>
            <p14:sldId id="296"/>
            <p14:sldId id="297"/>
            <p14:sldId id="298"/>
            <p14:sldId id="301"/>
            <p14:sldId id="299"/>
            <p14:sldId id="300"/>
            <p14:sldId id="302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1E27C2-320D-4E4E-BBA6-FA56A3A79DF3}" v="97" dt="2026-02-04T20:57:07.76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38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chandran, Rithika" userId="a2280db7-14de-470c-b5f7-19993a357f75" providerId="ADAL" clId="{CB4ED833-6002-4093-831E-3D16605AD595}"/>
    <pc:docChg chg="undo custSel addSld delSld modSld sldOrd modSection">
      <pc:chgData name="Ravichandran, Rithika" userId="a2280db7-14de-470c-b5f7-19993a357f75" providerId="ADAL" clId="{CB4ED833-6002-4093-831E-3D16605AD595}" dt="2026-02-04T16:25:37.707" v="306" actId="14100"/>
      <pc:docMkLst>
        <pc:docMk/>
      </pc:docMkLst>
      <pc:sldChg chg="modNotesTx">
        <pc:chgData name="Ravichandran, Rithika" userId="a2280db7-14de-470c-b5f7-19993a357f75" providerId="ADAL" clId="{CB4ED833-6002-4093-831E-3D16605AD595}" dt="2026-02-03T18:20:58.068" v="198" actId="20577"/>
        <pc:sldMkLst>
          <pc:docMk/>
          <pc:sldMk cId="0" sldId="256"/>
        </pc:sldMkLst>
      </pc:sldChg>
      <pc:sldChg chg="modSp mod">
        <pc:chgData name="Ravichandran, Rithika" userId="a2280db7-14de-470c-b5f7-19993a357f75" providerId="ADAL" clId="{CB4ED833-6002-4093-831E-3D16605AD595}" dt="2026-02-03T17:47:45.888" v="111" actId="2711"/>
        <pc:sldMkLst>
          <pc:docMk/>
          <pc:sldMk cId="0" sldId="257"/>
        </pc:sldMkLst>
        <pc:spChg chg="mod">
          <ac:chgData name="Ravichandran, Rithika" userId="a2280db7-14de-470c-b5f7-19993a357f75" providerId="ADAL" clId="{CB4ED833-6002-4093-831E-3D16605AD595}" dt="2026-02-03T17:47:45.888" v="111" actId="2711"/>
          <ac:spMkLst>
            <pc:docMk/>
            <pc:sldMk cId="0" sldId="257"/>
            <ac:spMk id="4" creationId="{00000000-0000-0000-0000-000000000000}"/>
          </ac:spMkLst>
        </pc:spChg>
      </pc:sldChg>
      <pc:sldChg chg="addSp delSp modSp mod">
        <pc:chgData name="Ravichandran, Rithika" userId="a2280db7-14de-470c-b5f7-19993a357f75" providerId="ADAL" clId="{CB4ED833-6002-4093-831E-3D16605AD595}" dt="2026-02-03T17:51:37.253" v="168" actId="2711"/>
        <pc:sldMkLst>
          <pc:docMk/>
          <pc:sldMk cId="0" sldId="258"/>
        </pc:sldMkLst>
        <pc:spChg chg="add mod">
          <ac:chgData name="Ravichandran, Rithika" userId="a2280db7-14de-470c-b5f7-19993a357f75" providerId="ADAL" clId="{CB4ED833-6002-4093-831E-3D16605AD595}" dt="2026-02-03T17:48:00.182" v="112" actId="2711"/>
          <ac:spMkLst>
            <pc:docMk/>
            <pc:sldMk cId="0" sldId="258"/>
            <ac:spMk id="3" creationId="{56465B15-AF60-024C-D7D6-68CA1460D3B7}"/>
          </ac:spMkLst>
        </pc:spChg>
        <pc:spChg chg="del mod">
          <ac:chgData name="Ravichandran, Rithika" userId="a2280db7-14de-470c-b5f7-19993a357f75" providerId="ADAL" clId="{CB4ED833-6002-4093-831E-3D16605AD595}" dt="2026-02-03T17:47:09.419" v="105" actId="478"/>
          <ac:spMkLst>
            <pc:docMk/>
            <pc:sldMk cId="0" sldId="258"/>
            <ac:spMk id="7" creationId="{00000000-0000-0000-0000-000000000000}"/>
          </ac:spMkLst>
        </pc:spChg>
        <pc:spChg chg="mod">
          <ac:chgData name="Ravichandran, Rithika" userId="a2280db7-14de-470c-b5f7-19993a357f75" providerId="ADAL" clId="{CB4ED833-6002-4093-831E-3D16605AD595}" dt="2026-02-03T17:51:37.253" v="168" actId="2711"/>
          <ac:spMkLst>
            <pc:docMk/>
            <pc:sldMk cId="0" sldId="258"/>
            <ac:spMk id="8" creationId="{00000000-0000-0000-0000-000000000000}"/>
          </ac:spMkLst>
        </pc:spChg>
      </pc:sldChg>
      <pc:sldChg chg="addSp delSp modSp mod">
        <pc:chgData name="Ravichandran, Rithika" userId="a2280db7-14de-470c-b5f7-19993a357f75" providerId="ADAL" clId="{CB4ED833-6002-4093-831E-3D16605AD595}" dt="2026-02-03T17:52:26.616" v="173" actId="2711"/>
        <pc:sldMkLst>
          <pc:docMk/>
          <pc:sldMk cId="0" sldId="260"/>
        </pc:sldMkLst>
        <pc:spChg chg="del mod">
          <ac:chgData name="Ravichandran, Rithika" userId="a2280db7-14de-470c-b5f7-19993a357f75" providerId="ADAL" clId="{CB4ED833-6002-4093-831E-3D16605AD595}" dt="2026-02-03T17:49:22.375" v="132" actId="478"/>
          <ac:spMkLst>
            <pc:docMk/>
            <pc:sldMk cId="0" sldId="260"/>
            <ac:spMk id="4" creationId="{00000000-0000-0000-0000-000000000000}"/>
          </ac:spMkLst>
        </pc:spChg>
        <pc:spChg chg="mod">
          <ac:chgData name="Ravichandran, Rithika" userId="a2280db7-14de-470c-b5f7-19993a357f75" providerId="ADAL" clId="{CB4ED833-6002-4093-831E-3D16605AD595}" dt="2026-02-03T17:52:26.616" v="173" actId="2711"/>
          <ac:spMkLst>
            <pc:docMk/>
            <pc:sldMk cId="0" sldId="260"/>
            <ac:spMk id="5" creationId="{00000000-0000-0000-0000-000000000000}"/>
          </ac:spMkLst>
        </pc:spChg>
        <pc:spChg chg="add mod">
          <ac:chgData name="Ravichandran, Rithika" userId="a2280db7-14de-470c-b5f7-19993a357f75" providerId="ADAL" clId="{CB4ED833-6002-4093-831E-3D16605AD595}" dt="2026-02-03T17:49:17.754" v="129"/>
          <ac:spMkLst>
            <pc:docMk/>
            <pc:sldMk cId="0" sldId="260"/>
            <ac:spMk id="7" creationId="{108B513D-9A12-A9A8-E1DF-01BAB30102B4}"/>
          </ac:spMkLst>
        </pc:spChg>
        <pc:spChg chg="add mod">
          <ac:chgData name="Ravichandran, Rithika" userId="a2280db7-14de-470c-b5f7-19993a357f75" providerId="ADAL" clId="{CB4ED833-6002-4093-831E-3D16605AD595}" dt="2026-02-03T17:49:23.505" v="133"/>
          <ac:spMkLst>
            <pc:docMk/>
            <pc:sldMk cId="0" sldId="260"/>
            <ac:spMk id="8" creationId="{E4304407-2D8A-9D8B-325D-3F18CDF73248}"/>
          </ac:spMkLst>
        </pc:spChg>
      </pc:sldChg>
      <pc:sldChg chg="addSp delSp modSp mod">
        <pc:chgData name="Ravichandran, Rithika" userId="a2280db7-14de-470c-b5f7-19993a357f75" providerId="ADAL" clId="{CB4ED833-6002-4093-831E-3D16605AD595}" dt="2026-02-03T17:51:50.883" v="169" actId="2711"/>
        <pc:sldMkLst>
          <pc:docMk/>
          <pc:sldMk cId="0" sldId="261"/>
        </pc:sldMkLst>
        <pc:spChg chg="add mod">
          <ac:chgData name="Ravichandran, Rithika" userId="a2280db7-14de-470c-b5f7-19993a357f75" providerId="ADAL" clId="{CB4ED833-6002-4093-831E-3D16605AD595}" dt="2026-02-03T17:48:25.060" v="115"/>
          <ac:spMkLst>
            <pc:docMk/>
            <pc:sldMk cId="0" sldId="261"/>
            <ac:spMk id="4" creationId="{DC4CE111-5CF7-3A1F-3E20-2414068FA812}"/>
          </ac:spMkLst>
        </pc:spChg>
        <pc:spChg chg="del mod">
          <ac:chgData name="Ravichandran, Rithika" userId="a2280db7-14de-470c-b5f7-19993a357f75" providerId="ADAL" clId="{CB4ED833-6002-4093-831E-3D16605AD595}" dt="2026-02-03T17:48:23.972" v="114" actId="478"/>
          <ac:spMkLst>
            <pc:docMk/>
            <pc:sldMk cId="0" sldId="261"/>
            <ac:spMk id="7" creationId="{00000000-0000-0000-0000-000000000000}"/>
          </ac:spMkLst>
        </pc:spChg>
        <pc:spChg chg="mod">
          <ac:chgData name="Ravichandran, Rithika" userId="a2280db7-14de-470c-b5f7-19993a357f75" providerId="ADAL" clId="{CB4ED833-6002-4093-831E-3D16605AD595}" dt="2026-02-03T17:51:50.883" v="169" actId="2711"/>
          <ac:spMkLst>
            <pc:docMk/>
            <pc:sldMk cId="0" sldId="261"/>
            <ac:spMk id="8" creationId="{00000000-0000-0000-0000-000000000000}"/>
          </ac:spMkLst>
        </pc:spChg>
      </pc:sldChg>
      <pc:sldChg chg="addSp delSp modSp mod">
        <pc:chgData name="Ravichandran, Rithika" userId="a2280db7-14de-470c-b5f7-19993a357f75" providerId="ADAL" clId="{CB4ED833-6002-4093-831E-3D16605AD595}" dt="2026-02-03T17:49:30.587" v="136"/>
        <pc:sldMkLst>
          <pc:docMk/>
          <pc:sldMk cId="0" sldId="268"/>
        </pc:sldMkLst>
        <pc:spChg chg="del mod">
          <ac:chgData name="Ravichandran, Rithika" userId="a2280db7-14de-470c-b5f7-19993a357f75" providerId="ADAL" clId="{CB4ED833-6002-4093-831E-3D16605AD595}" dt="2026-02-03T17:49:29.608" v="135" actId="478"/>
          <ac:spMkLst>
            <pc:docMk/>
            <pc:sldMk cId="0" sldId="268"/>
            <ac:spMk id="4" creationId="{00000000-0000-0000-0000-000000000000}"/>
          </ac:spMkLst>
        </pc:spChg>
        <pc:spChg chg="add mod">
          <ac:chgData name="Ravichandran, Rithika" userId="a2280db7-14de-470c-b5f7-19993a357f75" providerId="ADAL" clId="{CB4ED833-6002-4093-831E-3D16605AD595}" dt="2026-02-03T17:49:30.587" v="136"/>
          <ac:spMkLst>
            <pc:docMk/>
            <pc:sldMk cId="0" sldId="268"/>
            <ac:spMk id="8" creationId="{80E5A6E9-F014-88D7-3EC6-5E304C227A7D}"/>
          </ac:spMkLst>
        </pc:spChg>
      </pc:sldChg>
      <pc:sldChg chg="addSp delSp modSp mod">
        <pc:chgData name="Ravichandran, Rithika" userId="a2280db7-14de-470c-b5f7-19993a357f75" providerId="ADAL" clId="{CB4ED833-6002-4093-831E-3D16605AD595}" dt="2026-02-03T17:52:57.412" v="175" actId="1076"/>
        <pc:sldMkLst>
          <pc:docMk/>
          <pc:sldMk cId="0" sldId="269"/>
        </pc:sldMkLst>
        <pc:spChg chg="add mod">
          <ac:chgData name="Ravichandran, Rithika" userId="a2280db7-14de-470c-b5f7-19993a357f75" providerId="ADAL" clId="{CB4ED833-6002-4093-831E-3D16605AD595}" dt="2026-02-03T17:49:39.271" v="139"/>
          <ac:spMkLst>
            <pc:docMk/>
            <pc:sldMk cId="0" sldId="269"/>
            <ac:spMk id="4" creationId="{B7672B23-D675-41E3-B875-A0E31704A409}"/>
          </ac:spMkLst>
        </pc:spChg>
        <pc:spChg chg="del mod">
          <ac:chgData name="Ravichandran, Rithika" userId="a2280db7-14de-470c-b5f7-19993a357f75" providerId="ADAL" clId="{CB4ED833-6002-4093-831E-3D16605AD595}" dt="2026-02-03T17:49:38.219" v="138" actId="478"/>
          <ac:spMkLst>
            <pc:docMk/>
            <pc:sldMk cId="0" sldId="269"/>
            <ac:spMk id="6" creationId="{00000000-0000-0000-0000-000000000000}"/>
          </ac:spMkLst>
        </pc:spChg>
        <pc:spChg chg="mod">
          <ac:chgData name="Ravichandran, Rithika" userId="a2280db7-14de-470c-b5f7-19993a357f75" providerId="ADAL" clId="{CB4ED833-6002-4093-831E-3D16605AD595}" dt="2026-02-03T17:52:57.412" v="175" actId="1076"/>
          <ac:spMkLst>
            <pc:docMk/>
            <pc:sldMk cId="0" sldId="269"/>
            <ac:spMk id="15" creationId="{BF6E6AF2-9E95-8CCD-5363-80BB2B84EB6D}"/>
          </ac:spMkLst>
        </pc:spChg>
      </pc:sldChg>
      <pc:sldChg chg="addSp delSp modSp mod">
        <pc:chgData name="Ravichandran, Rithika" userId="a2280db7-14de-470c-b5f7-19993a357f75" providerId="ADAL" clId="{CB4ED833-6002-4093-831E-3D16605AD595}" dt="2026-02-03T17:53:09.848" v="177" actId="2711"/>
        <pc:sldMkLst>
          <pc:docMk/>
          <pc:sldMk cId="0" sldId="270"/>
        </pc:sldMkLst>
        <pc:spChg chg="add mod">
          <ac:chgData name="Ravichandran, Rithika" userId="a2280db7-14de-470c-b5f7-19993a357f75" providerId="ADAL" clId="{CB4ED833-6002-4093-831E-3D16605AD595}" dt="2026-02-03T17:49:53.151" v="145"/>
          <ac:spMkLst>
            <pc:docMk/>
            <pc:sldMk cId="0" sldId="270"/>
            <ac:spMk id="3" creationId="{DFCF80A7-B477-C86C-54C6-A7B4E402A613}"/>
          </ac:spMkLst>
        </pc:spChg>
        <pc:spChg chg="del mod">
          <ac:chgData name="Ravichandran, Rithika" userId="a2280db7-14de-470c-b5f7-19993a357f75" providerId="ADAL" clId="{CB4ED833-6002-4093-831E-3D16605AD595}" dt="2026-02-03T17:49:52.157" v="144" actId="478"/>
          <ac:spMkLst>
            <pc:docMk/>
            <pc:sldMk cId="0" sldId="270"/>
            <ac:spMk id="8" creationId="{00000000-0000-0000-0000-000000000000}"/>
          </ac:spMkLst>
        </pc:spChg>
        <pc:spChg chg="mod">
          <ac:chgData name="Ravichandran, Rithika" userId="a2280db7-14de-470c-b5f7-19993a357f75" providerId="ADAL" clId="{CB4ED833-6002-4093-831E-3D16605AD595}" dt="2026-02-03T17:53:09.848" v="177" actId="2711"/>
          <ac:spMkLst>
            <pc:docMk/>
            <pc:sldMk cId="0" sldId="270"/>
            <ac:spMk id="9" creationId="{00000000-0000-0000-0000-000000000000}"/>
          </ac:spMkLst>
        </pc:spChg>
      </pc:sldChg>
      <pc:sldChg chg="addSp delSp modSp mod">
        <pc:chgData name="Ravichandran, Rithika" userId="a2280db7-14de-470c-b5f7-19993a357f75" providerId="ADAL" clId="{CB4ED833-6002-4093-831E-3D16605AD595}" dt="2026-02-03T17:53:03.889" v="176" actId="2711"/>
        <pc:sldMkLst>
          <pc:docMk/>
          <pc:sldMk cId="0" sldId="275"/>
        </pc:sldMkLst>
        <pc:spChg chg="del mod">
          <ac:chgData name="Ravichandran, Rithika" userId="a2280db7-14de-470c-b5f7-19993a357f75" providerId="ADAL" clId="{CB4ED833-6002-4093-831E-3D16605AD595}" dt="2026-02-03T17:49:44.833" v="141" actId="478"/>
          <ac:spMkLst>
            <pc:docMk/>
            <pc:sldMk cId="0" sldId="275"/>
            <ac:spMk id="4" creationId="{00000000-0000-0000-0000-000000000000}"/>
          </ac:spMkLst>
        </pc:spChg>
        <pc:spChg chg="mod">
          <ac:chgData name="Ravichandran, Rithika" userId="a2280db7-14de-470c-b5f7-19993a357f75" providerId="ADAL" clId="{CB4ED833-6002-4093-831E-3D16605AD595}" dt="2026-02-03T17:53:03.889" v="176" actId="2711"/>
          <ac:spMkLst>
            <pc:docMk/>
            <pc:sldMk cId="0" sldId="275"/>
            <ac:spMk id="5" creationId="{00000000-0000-0000-0000-000000000000}"/>
          </ac:spMkLst>
        </pc:spChg>
        <pc:spChg chg="add mod">
          <ac:chgData name="Ravichandran, Rithika" userId="a2280db7-14de-470c-b5f7-19993a357f75" providerId="ADAL" clId="{CB4ED833-6002-4093-831E-3D16605AD595}" dt="2026-02-03T17:49:45.846" v="142"/>
          <ac:spMkLst>
            <pc:docMk/>
            <pc:sldMk cId="0" sldId="275"/>
            <ac:spMk id="7" creationId="{1C33349F-1031-227A-B7EB-4CC73EB395B1}"/>
          </ac:spMkLst>
        </pc:spChg>
      </pc:sldChg>
      <pc:sldChg chg="addSp delSp modSp mod">
        <pc:chgData name="Ravichandran, Rithika" userId="a2280db7-14de-470c-b5f7-19993a357f75" providerId="ADAL" clId="{CB4ED833-6002-4093-831E-3D16605AD595}" dt="2026-02-03T17:47:20.455" v="109"/>
        <pc:sldMkLst>
          <pc:docMk/>
          <pc:sldMk cId="2394229202" sldId="279"/>
        </pc:sldMkLst>
        <pc:spChg chg="add mod">
          <ac:chgData name="Ravichandran, Rithika" userId="a2280db7-14de-470c-b5f7-19993a357f75" providerId="ADAL" clId="{CB4ED833-6002-4093-831E-3D16605AD595}" dt="2026-02-03T17:47:20.455" v="109"/>
          <ac:spMkLst>
            <pc:docMk/>
            <pc:sldMk cId="2394229202" sldId="279"/>
            <ac:spMk id="3" creationId="{2C31A3A5-382E-23E4-7BB0-F4A99C61A15A}"/>
          </ac:spMkLst>
        </pc:spChg>
        <pc:spChg chg="del mod">
          <ac:chgData name="Ravichandran, Rithika" userId="a2280db7-14de-470c-b5f7-19993a357f75" providerId="ADAL" clId="{CB4ED833-6002-4093-831E-3D16605AD595}" dt="2026-02-03T17:47:18.025" v="108" actId="478"/>
          <ac:spMkLst>
            <pc:docMk/>
            <pc:sldMk cId="2394229202" sldId="279"/>
            <ac:spMk id="11" creationId="{3E63E22C-5539-4559-B0C9-20A67F23F5E4}"/>
          </ac:spMkLst>
        </pc:spChg>
      </pc:sldChg>
      <pc:sldChg chg="addSp delSp modSp mod">
        <pc:chgData name="Ravichandran, Rithika" userId="a2280db7-14de-470c-b5f7-19993a357f75" providerId="ADAL" clId="{CB4ED833-6002-4093-831E-3D16605AD595}" dt="2026-02-03T17:53:40.008" v="182"/>
        <pc:sldMkLst>
          <pc:docMk/>
          <pc:sldMk cId="3423218673" sldId="286"/>
        </pc:sldMkLst>
        <pc:spChg chg="del mod">
          <ac:chgData name="Ravichandran, Rithika" userId="a2280db7-14de-470c-b5f7-19993a357f75" providerId="ADAL" clId="{CB4ED833-6002-4093-831E-3D16605AD595}" dt="2026-02-03T17:50:13.613" v="150" actId="478"/>
          <ac:spMkLst>
            <pc:docMk/>
            <pc:sldMk cId="3423218673" sldId="286"/>
            <ac:spMk id="2" creationId="{AAC65679-4AAE-A96C-F542-F0D171D9206B}"/>
          </ac:spMkLst>
        </pc:spChg>
        <pc:spChg chg="add mod">
          <ac:chgData name="Ravichandran, Rithika" userId="a2280db7-14de-470c-b5f7-19993a357f75" providerId="ADAL" clId="{CB4ED833-6002-4093-831E-3D16605AD595}" dt="2026-02-03T17:45:09.982" v="61"/>
          <ac:spMkLst>
            <pc:docMk/>
            <pc:sldMk cId="3423218673" sldId="286"/>
            <ac:spMk id="4" creationId="{E1406DF0-F6B9-420E-DFA7-FA52C3AB784A}"/>
          </ac:spMkLst>
        </pc:spChg>
        <pc:spChg chg="add mod">
          <ac:chgData name="Ravichandran, Rithika" userId="a2280db7-14de-470c-b5f7-19993a357f75" providerId="ADAL" clId="{CB4ED833-6002-4093-831E-3D16605AD595}" dt="2026-02-03T17:50:14.595" v="151"/>
          <ac:spMkLst>
            <pc:docMk/>
            <pc:sldMk cId="3423218673" sldId="286"/>
            <ac:spMk id="5" creationId="{A3074F3D-D2EE-EF00-8199-AE1EC9703E60}"/>
          </ac:spMkLst>
        </pc:spChg>
        <pc:spChg chg="add mod">
          <ac:chgData name="Ravichandran, Rithika" userId="a2280db7-14de-470c-b5f7-19993a357f75" providerId="ADAL" clId="{CB4ED833-6002-4093-831E-3D16605AD595}" dt="2026-02-03T17:53:40.008" v="182"/>
          <ac:spMkLst>
            <pc:docMk/>
            <pc:sldMk cId="3423218673" sldId="286"/>
            <ac:spMk id="6" creationId="{45F1DE8B-D212-B977-5BD6-A1547E000266}"/>
          </ac:spMkLst>
        </pc:spChg>
      </pc:sldChg>
      <pc:sldChg chg="addSp delSp modSp mod modNotesTx">
        <pc:chgData name="Ravichandran, Rithika" userId="a2280db7-14de-470c-b5f7-19993a357f75" providerId="ADAL" clId="{CB4ED833-6002-4093-831E-3D16605AD595}" dt="2026-02-04T16:17:00.722" v="249" actId="20577"/>
        <pc:sldMkLst>
          <pc:docMk/>
          <pc:sldMk cId="1334448414" sldId="287"/>
        </pc:sldMkLst>
        <pc:spChg chg="del mod">
          <ac:chgData name="Ravichandran, Rithika" userId="a2280db7-14de-470c-b5f7-19993a357f75" providerId="ADAL" clId="{CB4ED833-6002-4093-831E-3D16605AD595}" dt="2026-02-03T17:50:19.643" v="153" actId="478"/>
          <ac:spMkLst>
            <pc:docMk/>
            <pc:sldMk cId="1334448414" sldId="287"/>
            <ac:spMk id="3" creationId="{D890E936-2328-2DAF-C1CC-63FA5087F331}"/>
          </ac:spMkLst>
        </pc:spChg>
        <pc:spChg chg="add mod">
          <ac:chgData name="Ravichandran, Rithika" userId="a2280db7-14de-470c-b5f7-19993a357f75" providerId="ADAL" clId="{CB4ED833-6002-4093-831E-3D16605AD595}" dt="2026-02-03T17:45:14.700" v="62"/>
          <ac:spMkLst>
            <pc:docMk/>
            <pc:sldMk cId="1334448414" sldId="287"/>
            <ac:spMk id="4" creationId="{025F92FE-BE9E-3FCE-F3CA-18AE6F5DE385}"/>
          </ac:spMkLst>
        </pc:spChg>
        <pc:spChg chg="add mod">
          <ac:chgData name="Ravichandran, Rithika" userId="a2280db7-14de-470c-b5f7-19993a357f75" providerId="ADAL" clId="{CB4ED833-6002-4093-831E-3D16605AD595}" dt="2026-02-03T17:50:20.596" v="154"/>
          <ac:spMkLst>
            <pc:docMk/>
            <pc:sldMk cId="1334448414" sldId="287"/>
            <ac:spMk id="6" creationId="{AB3D9A0E-C933-C491-66D1-3E8D2FF7A051}"/>
          </ac:spMkLst>
        </pc:spChg>
        <pc:spChg chg="add mod">
          <ac:chgData name="Ravichandran, Rithika" userId="a2280db7-14de-470c-b5f7-19993a357f75" providerId="ADAL" clId="{CB4ED833-6002-4093-831E-3D16605AD595}" dt="2026-02-03T17:53:44.104" v="183"/>
          <ac:spMkLst>
            <pc:docMk/>
            <pc:sldMk cId="1334448414" sldId="287"/>
            <ac:spMk id="8" creationId="{A01EA717-1734-0C86-01E4-B104625B483B}"/>
          </ac:spMkLst>
        </pc:spChg>
        <pc:spChg chg="add mod">
          <ac:chgData name="Ravichandran, Rithika" userId="a2280db7-14de-470c-b5f7-19993a357f75" providerId="ADAL" clId="{CB4ED833-6002-4093-831E-3D16605AD595}" dt="2026-02-04T16:15:29.171" v="248" actId="1076"/>
          <ac:spMkLst>
            <pc:docMk/>
            <pc:sldMk cId="1334448414" sldId="287"/>
            <ac:spMk id="11" creationId="{1E1C001C-F2E1-B31B-721D-C7A9F6B69814}"/>
          </ac:spMkLst>
        </pc:spChg>
      </pc:sldChg>
      <pc:sldChg chg="addSp delSp modSp mod">
        <pc:chgData name="Ravichandran, Rithika" userId="a2280db7-14de-470c-b5f7-19993a357f75" providerId="ADAL" clId="{CB4ED833-6002-4093-831E-3D16605AD595}" dt="2026-02-03T17:51:58.291" v="170" actId="2711"/>
        <pc:sldMkLst>
          <pc:docMk/>
          <pc:sldMk cId="2742027608" sldId="288"/>
        </pc:sldMkLst>
        <pc:spChg chg="add del mod">
          <ac:chgData name="Ravichandran, Rithika" userId="a2280db7-14de-470c-b5f7-19993a357f75" providerId="ADAL" clId="{CB4ED833-6002-4093-831E-3D16605AD595}" dt="2026-02-03T17:48:48.147" v="120" actId="478"/>
          <ac:spMkLst>
            <pc:docMk/>
            <pc:sldMk cId="2742027608" sldId="288"/>
            <ac:spMk id="3" creationId="{ABC35085-9CE0-FE74-8260-53DE7074EB6C}"/>
          </ac:spMkLst>
        </pc:spChg>
        <pc:spChg chg="mod">
          <ac:chgData name="Ravichandran, Rithika" userId="a2280db7-14de-470c-b5f7-19993a357f75" providerId="ADAL" clId="{CB4ED833-6002-4093-831E-3D16605AD595}" dt="2026-02-03T16:21:17.775" v="11" actId="20577"/>
          <ac:spMkLst>
            <pc:docMk/>
            <pc:sldMk cId="2742027608" sldId="288"/>
            <ac:spMk id="11" creationId="{4A46E7CE-9BF5-4004-8CE9-78B59221A0C8}"/>
          </ac:spMkLst>
        </pc:spChg>
        <pc:spChg chg="add mod">
          <ac:chgData name="Ravichandran, Rithika" userId="a2280db7-14de-470c-b5f7-19993a357f75" providerId="ADAL" clId="{CB4ED833-6002-4093-831E-3D16605AD595}" dt="2026-02-03T17:48:49.270" v="121"/>
          <ac:spMkLst>
            <pc:docMk/>
            <pc:sldMk cId="2742027608" sldId="288"/>
            <ac:spMk id="14" creationId="{DD221C4D-E394-0516-A39F-D856F81600F2}"/>
          </ac:spMkLst>
        </pc:spChg>
        <pc:spChg chg="mod">
          <ac:chgData name="Ravichandran, Rithika" userId="a2280db7-14de-470c-b5f7-19993a357f75" providerId="ADAL" clId="{CB4ED833-6002-4093-831E-3D16605AD595}" dt="2026-02-03T17:51:58.291" v="170" actId="2711"/>
          <ac:spMkLst>
            <pc:docMk/>
            <pc:sldMk cId="2742027608" sldId="288"/>
            <ac:spMk id="19" creationId="{54E85AB4-3464-5413-01B5-0B113A831C20}"/>
          </ac:spMkLst>
        </pc:spChg>
        <pc:picChg chg="del mod">
          <ac:chgData name="Ravichandran, Rithika" userId="a2280db7-14de-470c-b5f7-19993a357f75" providerId="ADAL" clId="{CB4ED833-6002-4093-831E-3D16605AD595}" dt="2026-02-03T17:48:30.441" v="117" actId="478"/>
          <ac:picMkLst>
            <pc:docMk/>
            <pc:sldMk cId="2742027608" sldId="288"/>
            <ac:picMk id="18" creationId="{BB844873-A86B-0C38-0B49-C104DB8FA84D}"/>
          </ac:picMkLst>
        </pc:picChg>
      </pc:sldChg>
      <pc:sldChg chg="addSp delSp modSp mod">
        <pc:chgData name="Ravichandran, Rithika" userId="a2280db7-14de-470c-b5f7-19993a357f75" providerId="ADAL" clId="{CB4ED833-6002-4093-831E-3D16605AD595}" dt="2026-02-03T17:48:54.897" v="124"/>
        <pc:sldMkLst>
          <pc:docMk/>
          <pc:sldMk cId="369678480" sldId="289"/>
        </pc:sldMkLst>
        <pc:spChg chg="add mod">
          <ac:chgData name="Ravichandran, Rithika" userId="a2280db7-14de-470c-b5f7-19993a357f75" providerId="ADAL" clId="{CB4ED833-6002-4093-831E-3D16605AD595}" dt="2026-02-03T17:48:54.897" v="124"/>
          <ac:spMkLst>
            <pc:docMk/>
            <pc:sldMk cId="369678480" sldId="289"/>
            <ac:spMk id="8" creationId="{D4F8685E-EF37-D14B-9D70-99EC8AD7BC53}"/>
          </ac:spMkLst>
        </pc:spChg>
        <pc:picChg chg="del mod">
          <ac:chgData name="Ravichandran, Rithika" userId="a2280db7-14de-470c-b5f7-19993a357f75" providerId="ADAL" clId="{CB4ED833-6002-4093-831E-3D16605AD595}" dt="2026-02-03T17:48:53.883" v="123" actId="478"/>
          <ac:picMkLst>
            <pc:docMk/>
            <pc:sldMk cId="369678480" sldId="289"/>
            <ac:picMk id="7" creationId="{DCEDDBAA-0446-2E2F-9BEC-57B9120C191D}"/>
          </ac:picMkLst>
        </pc:picChg>
      </pc:sldChg>
      <pc:sldChg chg="modSp mod">
        <pc:chgData name="Ravichandran, Rithika" userId="a2280db7-14de-470c-b5f7-19993a357f75" providerId="ADAL" clId="{CB4ED833-6002-4093-831E-3D16605AD595}" dt="2026-02-03T17:52:12.212" v="171" actId="2711"/>
        <pc:sldMkLst>
          <pc:docMk/>
          <pc:sldMk cId="3263336820" sldId="290"/>
        </pc:sldMkLst>
        <pc:spChg chg="mod">
          <ac:chgData name="Ravichandran, Rithika" userId="a2280db7-14de-470c-b5f7-19993a357f75" providerId="ADAL" clId="{CB4ED833-6002-4093-831E-3D16605AD595}" dt="2026-02-03T17:52:12.212" v="171" actId="2711"/>
          <ac:spMkLst>
            <pc:docMk/>
            <pc:sldMk cId="3263336820" sldId="290"/>
            <ac:spMk id="14" creationId="{F69F0BE5-96D2-43A8-2F60-92640E8DCCE4}"/>
          </ac:spMkLst>
        </pc:spChg>
      </pc:sldChg>
      <pc:sldChg chg="addSp delSp modSp mod">
        <pc:chgData name="Ravichandran, Rithika" userId="a2280db7-14de-470c-b5f7-19993a357f75" providerId="ADAL" clId="{CB4ED833-6002-4093-831E-3D16605AD595}" dt="2026-02-03T17:52:18.705" v="172" actId="2711"/>
        <pc:sldMkLst>
          <pc:docMk/>
          <pc:sldMk cId="2157399547" sldId="291"/>
        </pc:sldMkLst>
        <pc:spChg chg="add mod">
          <ac:chgData name="Ravichandran, Rithika" userId="a2280db7-14de-470c-b5f7-19993a357f75" providerId="ADAL" clId="{CB4ED833-6002-4093-831E-3D16605AD595}" dt="2026-02-03T17:49:07.403" v="126"/>
          <ac:spMkLst>
            <pc:docMk/>
            <pc:sldMk cId="2157399547" sldId="291"/>
            <ac:spMk id="3" creationId="{6610850A-6CCC-D955-9ECC-6966DB1FC6CB}"/>
          </ac:spMkLst>
        </pc:spChg>
        <pc:spChg chg="mod">
          <ac:chgData name="Ravichandran, Rithika" userId="a2280db7-14de-470c-b5f7-19993a357f75" providerId="ADAL" clId="{CB4ED833-6002-4093-831E-3D16605AD595}" dt="2026-02-03T17:52:18.705" v="172" actId="2711"/>
          <ac:spMkLst>
            <pc:docMk/>
            <pc:sldMk cId="2157399547" sldId="291"/>
            <ac:spMk id="13" creationId="{3742A385-CD83-E43C-BA4B-DA07125C8489}"/>
          </ac:spMkLst>
        </pc:spChg>
        <pc:picChg chg="del">
          <ac:chgData name="Ravichandran, Rithika" userId="a2280db7-14de-470c-b5f7-19993a357f75" providerId="ADAL" clId="{CB4ED833-6002-4093-831E-3D16605AD595}" dt="2026-02-03T17:49:06.186" v="125" actId="478"/>
          <ac:picMkLst>
            <pc:docMk/>
            <pc:sldMk cId="2157399547" sldId="291"/>
            <ac:picMk id="12" creationId="{F598E98A-ACE5-5FA8-D878-6C9173DD861D}"/>
          </ac:picMkLst>
        </pc:picChg>
      </pc:sldChg>
      <pc:sldChg chg="addSp modSp mod modNotesTx">
        <pc:chgData name="Ravichandran, Rithika" userId="a2280db7-14de-470c-b5f7-19993a357f75" providerId="ADAL" clId="{CB4ED833-6002-4093-831E-3D16605AD595}" dt="2026-02-04T16:18:42.876" v="252" actId="113"/>
        <pc:sldMkLst>
          <pc:docMk/>
          <pc:sldMk cId="2117018074" sldId="292"/>
        </pc:sldMkLst>
        <pc:spChg chg="add mod">
          <ac:chgData name="Ravichandran, Rithika" userId="a2280db7-14de-470c-b5f7-19993a357f75" providerId="ADAL" clId="{CB4ED833-6002-4093-831E-3D16605AD595}" dt="2026-02-03T17:44:39.695" v="57"/>
          <ac:spMkLst>
            <pc:docMk/>
            <pc:sldMk cId="2117018074" sldId="292"/>
            <ac:spMk id="3" creationId="{B9FB8D59-E5C6-55EE-4C3F-74C6AC3ECA32}"/>
          </ac:spMkLst>
        </pc:spChg>
        <pc:spChg chg="add mod">
          <ac:chgData name="Ravichandran, Rithika" userId="a2280db7-14de-470c-b5f7-19993a357f75" providerId="ADAL" clId="{CB4ED833-6002-4093-831E-3D16605AD595}" dt="2026-02-03T17:49:57.645" v="146"/>
          <ac:spMkLst>
            <pc:docMk/>
            <pc:sldMk cId="2117018074" sldId="292"/>
            <ac:spMk id="5" creationId="{0F5BBD39-F0CD-567C-E8DE-4551AA560AF8}"/>
          </ac:spMkLst>
        </pc:spChg>
        <pc:spChg chg="add mod">
          <ac:chgData name="Ravichandran, Rithika" userId="a2280db7-14de-470c-b5f7-19993a357f75" providerId="ADAL" clId="{CB4ED833-6002-4093-831E-3D16605AD595}" dt="2026-02-03T17:53:19.288" v="179" actId="2711"/>
          <ac:spMkLst>
            <pc:docMk/>
            <pc:sldMk cId="2117018074" sldId="292"/>
            <ac:spMk id="7" creationId="{57E65DF6-76F6-1877-5358-EEA5D3D0119D}"/>
          </ac:spMkLst>
        </pc:spChg>
      </pc:sldChg>
      <pc:sldChg chg="addSp modSp">
        <pc:chgData name="Ravichandran, Rithika" userId="a2280db7-14de-470c-b5f7-19993a357f75" providerId="ADAL" clId="{CB4ED833-6002-4093-831E-3D16605AD595}" dt="2026-02-03T17:53:28.379" v="180"/>
        <pc:sldMkLst>
          <pc:docMk/>
          <pc:sldMk cId="492469766" sldId="293"/>
        </pc:sldMkLst>
        <pc:spChg chg="add mod">
          <ac:chgData name="Ravichandran, Rithika" userId="a2280db7-14de-470c-b5f7-19993a357f75" providerId="ADAL" clId="{CB4ED833-6002-4093-831E-3D16605AD595}" dt="2026-02-03T17:44:53.117" v="59"/>
          <ac:spMkLst>
            <pc:docMk/>
            <pc:sldMk cId="492469766" sldId="293"/>
            <ac:spMk id="5" creationId="{6ECD83B3-6012-A601-1118-FF9E5F281E19}"/>
          </ac:spMkLst>
        </pc:spChg>
        <pc:spChg chg="add mod">
          <ac:chgData name="Ravichandran, Rithika" userId="a2280db7-14de-470c-b5f7-19993a357f75" providerId="ADAL" clId="{CB4ED833-6002-4093-831E-3D16605AD595}" dt="2026-02-03T17:50:01.854" v="147"/>
          <ac:spMkLst>
            <pc:docMk/>
            <pc:sldMk cId="492469766" sldId="293"/>
            <ac:spMk id="6" creationId="{8D5E799F-A808-D202-CD8C-B8FEFC08E82F}"/>
          </ac:spMkLst>
        </pc:spChg>
        <pc:spChg chg="add mod">
          <ac:chgData name="Ravichandran, Rithika" userId="a2280db7-14de-470c-b5f7-19993a357f75" providerId="ADAL" clId="{CB4ED833-6002-4093-831E-3D16605AD595}" dt="2026-02-03T17:53:28.379" v="180"/>
          <ac:spMkLst>
            <pc:docMk/>
            <pc:sldMk cId="492469766" sldId="293"/>
            <ac:spMk id="7" creationId="{4B2C6AED-A063-45F7-E2C7-A4DD883F2120}"/>
          </ac:spMkLst>
        </pc:spChg>
        <pc:picChg chg="add">
          <ac:chgData name="Ravichandran, Rithika" userId="a2280db7-14de-470c-b5f7-19993a357f75" providerId="ADAL" clId="{CB4ED833-6002-4093-831E-3D16605AD595}" dt="2026-02-03T17:44:44.984" v="58"/>
          <ac:picMkLst>
            <pc:docMk/>
            <pc:sldMk cId="492469766" sldId="293"/>
            <ac:picMk id="3" creationId="{98F3ECD2-425C-2535-4903-3374299D1DFD}"/>
          </ac:picMkLst>
        </pc:picChg>
      </pc:sldChg>
      <pc:sldChg chg="addSp modSp">
        <pc:chgData name="Ravichandran, Rithika" userId="a2280db7-14de-470c-b5f7-19993a357f75" providerId="ADAL" clId="{CB4ED833-6002-4093-831E-3D16605AD595}" dt="2026-02-03T17:53:33.209" v="181"/>
        <pc:sldMkLst>
          <pc:docMk/>
          <pc:sldMk cId="1271014393" sldId="294"/>
        </pc:sldMkLst>
        <pc:spChg chg="add mod">
          <ac:chgData name="Ravichandran, Rithika" userId="a2280db7-14de-470c-b5f7-19993a357f75" providerId="ADAL" clId="{CB4ED833-6002-4093-831E-3D16605AD595}" dt="2026-02-03T17:45:02.937" v="60"/>
          <ac:spMkLst>
            <pc:docMk/>
            <pc:sldMk cId="1271014393" sldId="294"/>
            <ac:spMk id="3" creationId="{A743CB3B-C877-AE82-5169-52AE1FEEC765}"/>
          </ac:spMkLst>
        </pc:spChg>
        <pc:spChg chg="add mod">
          <ac:chgData name="Ravichandran, Rithika" userId="a2280db7-14de-470c-b5f7-19993a357f75" providerId="ADAL" clId="{CB4ED833-6002-4093-831E-3D16605AD595}" dt="2026-02-03T17:50:07.773" v="148"/>
          <ac:spMkLst>
            <pc:docMk/>
            <pc:sldMk cId="1271014393" sldId="294"/>
            <ac:spMk id="5" creationId="{DB141A1F-EE95-7A00-506B-EF8AE3F80EDC}"/>
          </ac:spMkLst>
        </pc:spChg>
        <pc:spChg chg="add mod">
          <ac:chgData name="Ravichandran, Rithika" userId="a2280db7-14de-470c-b5f7-19993a357f75" providerId="ADAL" clId="{CB4ED833-6002-4093-831E-3D16605AD595}" dt="2026-02-03T17:53:33.209" v="181"/>
          <ac:spMkLst>
            <pc:docMk/>
            <pc:sldMk cId="1271014393" sldId="294"/>
            <ac:spMk id="6" creationId="{0E3DB1C5-4B7B-58AF-29F1-D85D9F8F4032}"/>
          </ac:spMkLst>
        </pc:spChg>
        <pc:spChg chg="mod">
          <ac:chgData name="Ravichandran, Rithika" userId="a2280db7-14de-470c-b5f7-19993a357f75" providerId="ADAL" clId="{CB4ED833-6002-4093-831E-3D16605AD595}" dt="2026-02-03T16:41:18.446" v="54" actId="20577"/>
          <ac:spMkLst>
            <pc:docMk/>
            <pc:sldMk cId="1271014393" sldId="294"/>
            <ac:spMk id="19" creationId="{9149ACBC-0190-9470-BB82-7ADE9DFC17E7}"/>
          </ac:spMkLst>
        </pc:spChg>
        <pc:spChg chg="mod">
          <ac:chgData name="Ravichandran, Rithika" userId="a2280db7-14de-470c-b5f7-19993a357f75" providerId="ADAL" clId="{CB4ED833-6002-4093-831E-3D16605AD595}" dt="2026-02-03T16:34:13.476" v="24" actId="20577"/>
          <ac:spMkLst>
            <pc:docMk/>
            <pc:sldMk cId="1271014393" sldId="294"/>
            <ac:spMk id="22" creationId="{BFAF0C0B-EED6-2080-1799-F9C6377FEF9F}"/>
          </ac:spMkLst>
        </pc:spChg>
      </pc:sldChg>
      <pc:sldChg chg="addSp modSp mod">
        <pc:chgData name="Ravichandran, Rithika" userId="a2280db7-14de-470c-b5f7-19993a357f75" providerId="ADAL" clId="{CB4ED833-6002-4093-831E-3D16605AD595}" dt="2026-02-03T17:53:50.390" v="184"/>
        <pc:sldMkLst>
          <pc:docMk/>
          <pc:sldMk cId="3568526878" sldId="295"/>
        </pc:sldMkLst>
        <pc:spChg chg="add mod">
          <ac:chgData name="Ravichandran, Rithika" userId="a2280db7-14de-470c-b5f7-19993a357f75" providerId="ADAL" clId="{CB4ED833-6002-4093-831E-3D16605AD595}" dt="2026-02-03T17:45:19.477" v="63"/>
          <ac:spMkLst>
            <pc:docMk/>
            <pc:sldMk cId="3568526878" sldId="295"/>
            <ac:spMk id="3" creationId="{08CF1842-83CC-E3DF-7B4D-A024B598E185}"/>
          </ac:spMkLst>
        </pc:spChg>
        <pc:spChg chg="add mod">
          <ac:chgData name="Ravichandran, Rithika" userId="a2280db7-14de-470c-b5f7-19993a357f75" providerId="ADAL" clId="{CB4ED833-6002-4093-831E-3D16605AD595}" dt="2026-02-03T17:50:24.605" v="155"/>
          <ac:spMkLst>
            <pc:docMk/>
            <pc:sldMk cId="3568526878" sldId="295"/>
            <ac:spMk id="4" creationId="{605899E9-FCE3-10E2-C2C9-6194CC943526}"/>
          </ac:spMkLst>
        </pc:spChg>
        <pc:spChg chg="add mod">
          <ac:chgData name="Ravichandran, Rithika" userId="a2280db7-14de-470c-b5f7-19993a357f75" providerId="ADAL" clId="{CB4ED833-6002-4093-831E-3D16605AD595}" dt="2026-02-03T17:53:50.390" v="184"/>
          <ac:spMkLst>
            <pc:docMk/>
            <pc:sldMk cId="3568526878" sldId="295"/>
            <ac:spMk id="7" creationId="{115565DE-A6EB-AA0F-F733-67984CB5CA44}"/>
          </ac:spMkLst>
        </pc:spChg>
        <pc:spChg chg="mod">
          <ac:chgData name="Ravichandran, Rithika" userId="a2280db7-14de-470c-b5f7-19993a357f75" providerId="ADAL" clId="{CB4ED833-6002-4093-831E-3D16605AD595}" dt="2026-02-03T16:41:48.038" v="55" actId="20577"/>
          <ac:spMkLst>
            <pc:docMk/>
            <pc:sldMk cId="3568526878" sldId="295"/>
            <ac:spMk id="12" creationId="{1B4511F3-5810-8260-5B2C-B5A3D90F4C55}"/>
          </ac:spMkLst>
        </pc:spChg>
      </pc:sldChg>
      <pc:sldChg chg="addSp modSp mod">
        <pc:chgData name="Ravichandran, Rithika" userId="a2280db7-14de-470c-b5f7-19993a357f75" providerId="ADAL" clId="{CB4ED833-6002-4093-831E-3D16605AD595}" dt="2026-02-04T16:12:58.506" v="234" actId="14100"/>
        <pc:sldMkLst>
          <pc:docMk/>
          <pc:sldMk cId="2890361157" sldId="296"/>
        </pc:sldMkLst>
        <pc:spChg chg="add mod">
          <ac:chgData name="Ravichandran, Rithika" userId="a2280db7-14de-470c-b5f7-19993a357f75" providerId="ADAL" clId="{CB4ED833-6002-4093-831E-3D16605AD595}" dt="2026-02-03T17:45:23.052" v="64"/>
          <ac:spMkLst>
            <pc:docMk/>
            <pc:sldMk cId="2890361157" sldId="296"/>
            <ac:spMk id="4" creationId="{09830928-DDE2-0A6E-A1BB-BFB89544152B}"/>
          </ac:spMkLst>
        </pc:spChg>
        <pc:spChg chg="add mod">
          <ac:chgData name="Ravichandran, Rithika" userId="a2280db7-14de-470c-b5f7-19993a357f75" providerId="ADAL" clId="{CB4ED833-6002-4093-831E-3D16605AD595}" dt="2026-02-03T17:50:28.221" v="156"/>
          <ac:spMkLst>
            <pc:docMk/>
            <pc:sldMk cId="2890361157" sldId="296"/>
            <ac:spMk id="5" creationId="{1AB74798-78A8-E614-5D53-4A79611BF724}"/>
          </ac:spMkLst>
        </pc:spChg>
        <pc:spChg chg="add mod">
          <ac:chgData name="Ravichandran, Rithika" userId="a2280db7-14de-470c-b5f7-19993a357f75" providerId="ADAL" clId="{CB4ED833-6002-4093-831E-3D16605AD595}" dt="2026-02-03T17:53:54.776" v="185"/>
          <ac:spMkLst>
            <pc:docMk/>
            <pc:sldMk cId="2890361157" sldId="296"/>
            <ac:spMk id="7" creationId="{ED483047-5498-063C-77FB-8BC807834094}"/>
          </ac:spMkLst>
        </pc:spChg>
        <pc:spChg chg="mod">
          <ac:chgData name="Ravichandran, Rithika" userId="a2280db7-14de-470c-b5f7-19993a357f75" providerId="ADAL" clId="{CB4ED833-6002-4093-831E-3D16605AD595}" dt="2026-02-04T16:12:58.506" v="234" actId="14100"/>
          <ac:spMkLst>
            <pc:docMk/>
            <pc:sldMk cId="2890361157" sldId="296"/>
            <ac:spMk id="20" creationId="{729ED7A2-F565-A54F-0A4A-598A11775663}"/>
          </ac:spMkLst>
        </pc:spChg>
      </pc:sldChg>
      <pc:sldChg chg="addSp modSp">
        <pc:chgData name="Ravichandran, Rithika" userId="a2280db7-14de-470c-b5f7-19993a357f75" providerId="ADAL" clId="{CB4ED833-6002-4093-831E-3D16605AD595}" dt="2026-02-03T17:54:01.164" v="186"/>
        <pc:sldMkLst>
          <pc:docMk/>
          <pc:sldMk cId="1717508109" sldId="297"/>
        </pc:sldMkLst>
        <pc:spChg chg="add mod">
          <ac:chgData name="Ravichandran, Rithika" userId="a2280db7-14de-470c-b5f7-19993a357f75" providerId="ADAL" clId="{CB4ED833-6002-4093-831E-3D16605AD595}" dt="2026-02-03T17:45:27.514" v="65"/>
          <ac:spMkLst>
            <pc:docMk/>
            <pc:sldMk cId="1717508109" sldId="297"/>
            <ac:spMk id="3" creationId="{A56FE4DB-8523-DA56-04EE-614C84B23556}"/>
          </ac:spMkLst>
        </pc:spChg>
        <pc:spChg chg="add mod">
          <ac:chgData name="Ravichandran, Rithika" userId="a2280db7-14de-470c-b5f7-19993a357f75" providerId="ADAL" clId="{CB4ED833-6002-4093-831E-3D16605AD595}" dt="2026-02-03T17:50:33.012" v="157"/>
          <ac:spMkLst>
            <pc:docMk/>
            <pc:sldMk cId="1717508109" sldId="297"/>
            <ac:spMk id="9" creationId="{846EC619-337D-B54E-E833-740AF117B9F6}"/>
          </ac:spMkLst>
        </pc:spChg>
        <pc:spChg chg="add mod">
          <ac:chgData name="Ravichandran, Rithika" userId="a2280db7-14de-470c-b5f7-19993a357f75" providerId="ADAL" clId="{CB4ED833-6002-4093-831E-3D16605AD595}" dt="2026-02-03T17:54:01.164" v="186"/>
          <ac:spMkLst>
            <pc:docMk/>
            <pc:sldMk cId="1717508109" sldId="297"/>
            <ac:spMk id="11" creationId="{A43F89F5-6CB2-FDA8-FDC6-16258F31ED37}"/>
          </ac:spMkLst>
        </pc:spChg>
      </pc:sldChg>
      <pc:sldChg chg="addSp modSp mod">
        <pc:chgData name="Ravichandran, Rithika" userId="a2280db7-14de-470c-b5f7-19993a357f75" providerId="ADAL" clId="{CB4ED833-6002-4093-831E-3D16605AD595}" dt="2026-02-04T16:23:35.873" v="265" actId="20577"/>
        <pc:sldMkLst>
          <pc:docMk/>
          <pc:sldMk cId="1380250277" sldId="298"/>
        </pc:sldMkLst>
        <pc:spChg chg="add mod">
          <ac:chgData name="Ravichandran, Rithika" userId="a2280db7-14de-470c-b5f7-19993a357f75" providerId="ADAL" clId="{CB4ED833-6002-4093-831E-3D16605AD595}" dt="2026-02-03T17:45:48.098" v="66"/>
          <ac:spMkLst>
            <pc:docMk/>
            <pc:sldMk cId="1380250277" sldId="298"/>
            <ac:spMk id="3" creationId="{9BDCFC57-186D-2AD0-9F37-46D5D6D44956}"/>
          </ac:spMkLst>
        </pc:spChg>
        <pc:spChg chg="add mod">
          <ac:chgData name="Ravichandran, Rithika" userId="a2280db7-14de-470c-b5f7-19993a357f75" providerId="ADAL" clId="{CB4ED833-6002-4093-831E-3D16605AD595}" dt="2026-02-03T17:50:35.991" v="158"/>
          <ac:spMkLst>
            <pc:docMk/>
            <pc:sldMk cId="1380250277" sldId="298"/>
            <ac:spMk id="5" creationId="{8F2CED0F-DA8D-2BFF-0BBA-2E64488625A7}"/>
          </ac:spMkLst>
        </pc:spChg>
        <pc:spChg chg="add mod">
          <ac:chgData name="Ravichandran, Rithika" userId="a2280db7-14de-470c-b5f7-19993a357f75" providerId="ADAL" clId="{CB4ED833-6002-4093-831E-3D16605AD595}" dt="2026-02-03T17:54:07.838" v="187"/>
          <ac:spMkLst>
            <pc:docMk/>
            <pc:sldMk cId="1380250277" sldId="298"/>
            <ac:spMk id="7" creationId="{A1C8D77F-6397-E085-DDD8-3AA0CE89DEEF}"/>
          </ac:spMkLst>
        </pc:spChg>
        <pc:spChg chg="mod">
          <ac:chgData name="Ravichandran, Rithika" userId="a2280db7-14de-470c-b5f7-19993a357f75" providerId="ADAL" clId="{CB4ED833-6002-4093-831E-3D16605AD595}" dt="2026-02-04T16:23:35.873" v="265" actId="20577"/>
          <ac:spMkLst>
            <pc:docMk/>
            <pc:sldMk cId="1380250277" sldId="298"/>
            <ac:spMk id="14" creationId="{DB2A7A74-B437-9004-0646-DB597D75981A}"/>
          </ac:spMkLst>
        </pc:spChg>
      </pc:sldChg>
      <pc:sldChg chg="addSp modSp">
        <pc:chgData name="Ravichandran, Rithika" userId="a2280db7-14de-470c-b5f7-19993a357f75" providerId="ADAL" clId="{CB4ED833-6002-4093-831E-3D16605AD595}" dt="2026-02-03T17:54:16.456" v="189"/>
        <pc:sldMkLst>
          <pc:docMk/>
          <pc:sldMk cId="981397422" sldId="299"/>
        </pc:sldMkLst>
        <pc:spChg chg="add mod">
          <ac:chgData name="Ravichandran, Rithika" userId="a2280db7-14de-470c-b5f7-19993a357f75" providerId="ADAL" clId="{CB4ED833-6002-4093-831E-3D16605AD595}" dt="2026-02-03T17:46:06.649" v="68"/>
          <ac:spMkLst>
            <pc:docMk/>
            <pc:sldMk cId="981397422" sldId="299"/>
            <ac:spMk id="3" creationId="{BF5EFD3F-2403-B8BC-71D1-76BE7AE8342F}"/>
          </ac:spMkLst>
        </pc:spChg>
        <pc:spChg chg="add mod">
          <ac:chgData name="Ravichandran, Rithika" userId="a2280db7-14de-470c-b5f7-19993a357f75" providerId="ADAL" clId="{CB4ED833-6002-4093-831E-3D16605AD595}" dt="2026-02-03T17:50:46.778" v="163"/>
          <ac:spMkLst>
            <pc:docMk/>
            <pc:sldMk cId="981397422" sldId="299"/>
            <ac:spMk id="5" creationId="{BC86A5EF-1810-BAF0-376D-6E59988CC4AF}"/>
          </ac:spMkLst>
        </pc:spChg>
        <pc:spChg chg="add mod">
          <ac:chgData name="Ravichandran, Rithika" userId="a2280db7-14de-470c-b5f7-19993a357f75" providerId="ADAL" clId="{CB4ED833-6002-4093-831E-3D16605AD595}" dt="2026-02-03T17:54:16.456" v="189"/>
          <ac:spMkLst>
            <pc:docMk/>
            <pc:sldMk cId="981397422" sldId="299"/>
            <ac:spMk id="6" creationId="{3C1E4EEC-1B91-4CBE-1E1D-CDC929980216}"/>
          </ac:spMkLst>
        </pc:spChg>
      </pc:sldChg>
      <pc:sldChg chg="addSp modSp">
        <pc:chgData name="Ravichandran, Rithika" userId="a2280db7-14de-470c-b5f7-19993a357f75" providerId="ADAL" clId="{CB4ED833-6002-4093-831E-3D16605AD595}" dt="2026-02-03T17:54:44.563" v="193"/>
        <pc:sldMkLst>
          <pc:docMk/>
          <pc:sldMk cId="3458134925" sldId="300"/>
        </pc:sldMkLst>
        <pc:spChg chg="add mod">
          <ac:chgData name="Ravichandran, Rithika" userId="a2280db7-14de-470c-b5f7-19993a357f75" providerId="ADAL" clId="{CB4ED833-6002-4093-831E-3D16605AD595}" dt="2026-02-03T17:46:09.363" v="69"/>
          <ac:spMkLst>
            <pc:docMk/>
            <pc:sldMk cId="3458134925" sldId="300"/>
            <ac:spMk id="3" creationId="{95327B51-9B99-E128-9807-714C84F81FCF}"/>
          </ac:spMkLst>
        </pc:spChg>
        <pc:spChg chg="add mod">
          <ac:chgData name="Ravichandran, Rithika" userId="a2280db7-14de-470c-b5f7-19993a357f75" providerId="ADAL" clId="{CB4ED833-6002-4093-831E-3D16605AD595}" dt="2026-02-03T17:54:24.912" v="190"/>
          <ac:spMkLst>
            <pc:docMk/>
            <pc:sldMk cId="3458134925" sldId="300"/>
            <ac:spMk id="5" creationId="{8C4BEA74-1A78-F9CC-CBAA-8B852209A53F}"/>
          </ac:spMkLst>
        </pc:spChg>
        <pc:spChg chg="add mod">
          <ac:chgData name="Ravichandran, Rithika" userId="a2280db7-14de-470c-b5f7-19993a357f75" providerId="ADAL" clId="{CB4ED833-6002-4093-831E-3D16605AD595}" dt="2026-02-03T17:54:44.563" v="193"/>
          <ac:spMkLst>
            <pc:docMk/>
            <pc:sldMk cId="3458134925" sldId="300"/>
            <ac:spMk id="7" creationId="{9326A51D-A39C-BEED-FC34-260064939E05}"/>
          </ac:spMkLst>
        </pc:spChg>
      </pc:sldChg>
      <pc:sldChg chg="addSp delSp modSp mod">
        <pc:chgData name="Ravichandran, Rithika" userId="a2280db7-14de-470c-b5f7-19993a357f75" providerId="ADAL" clId="{CB4ED833-6002-4093-831E-3D16605AD595}" dt="2026-02-03T17:54:11.614" v="188"/>
        <pc:sldMkLst>
          <pc:docMk/>
          <pc:sldMk cId="3710680072" sldId="301"/>
        </pc:sldMkLst>
        <pc:spChg chg="del mod">
          <ac:chgData name="Ravichandran, Rithika" userId="a2280db7-14de-470c-b5f7-19993a357f75" providerId="ADAL" clId="{CB4ED833-6002-4093-831E-3D16605AD595}" dt="2026-02-03T17:50:42.621" v="161" actId="478"/>
          <ac:spMkLst>
            <pc:docMk/>
            <pc:sldMk cId="3710680072" sldId="301"/>
            <ac:spMk id="2" creationId="{2C3C7A73-1EC6-592D-AFF6-E02B98834E9A}"/>
          </ac:spMkLst>
        </pc:spChg>
        <pc:spChg chg="add mod">
          <ac:chgData name="Ravichandran, Rithika" userId="a2280db7-14de-470c-b5f7-19993a357f75" providerId="ADAL" clId="{CB4ED833-6002-4093-831E-3D16605AD595}" dt="2026-02-03T17:46:03.909" v="67"/>
          <ac:spMkLst>
            <pc:docMk/>
            <pc:sldMk cId="3710680072" sldId="301"/>
            <ac:spMk id="4" creationId="{4DC308C3-2D6C-C868-44F1-DEAFDE7DD380}"/>
          </ac:spMkLst>
        </pc:spChg>
        <pc:spChg chg="add mod">
          <ac:chgData name="Ravichandran, Rithika" userId="a2280db7-14de-470c-b5f7-19993a357f75" providerId="ADAL" clId="{CB4ED833-6002-4093-831E-3D16605AD595}" dt="2026-02-03T17:50:43.349" v="162"/>
          <ac:spMkLst>
            <pc:docMk/>
            <pc:sldMk cId="3710680072" sldId="301"/>
            <ac:spMk id="5" creationId="{84740949-FF77-BD88-C9D0-0A6ACDA7E3A2}"/>
          </ac:spMkLst>
        </pc:spChg>
        <pc:spChg chg="add mod">
          <ac:chgData name="Ravichandran, Rithika" userId="a2280db7-14de-470c-b5f7-19993a357f75" providerId="ADAL" clId="{CB4ED833-6002-4093-831E-3D16605AD595}" dt="2026-02-03T17:54:11.614" v="188"/>
          <ac:spMkLst>
            <pc:docMk/>
            <pc:sldMk cId="3710680072" sldId="301"/>
            <ac:spMk id="6" creationId="{4F44345D-222E-F5F5-595D-3897323E8382}"/>
          </ac:spMkLst>
        </pc:spChg>
      </pc:sldChg>
      <pc:sldChg chg="addSp modSp ord modAnim">
        <pc:chgData name="Ravichandran, Rithika" userId="a2280db7-14de-470c-b5f7-19993a357f75" providerId="ADAL" clId="{CB4ED833-6002-4093-831E-3D16605AD595}" dt="2026-02-03T17:55:04.569" v="197"/>
        <pc:sldMkLst>
          <pc:docMk/>
          <pc:sldMk cId="2665438524" sldId="302"/>
        </pc:sldMkLst>
        <pc:spChg chg="add mod">
          <ac:chgData name="Ravichandran, Rithika" userId="a2280db7-14de-470c-b5f7-19993a357f75" providerId="ADAL" clId="{CB4ED833-6002-4093-831E-3D16605AD595}" dt="2026-02-03T17:46:14.159" v="70"/>
          <ac:spMkLst>
            <pc:docMk/>
            <pc:sldMk cId="2665438524" sldId="302"/>
            <ac:spMk id="3" creationId="{CE10D4A1-06F9-0663-1888-5B71B9A1E6EC}"/>
          </ac:spMkLst>
        </pc:spChg>
        <pc:spChg chg="mod">
          <ac:chgData name="Ravichandran, Rithika" userId="a2280db7-14de-470c-b5f7-19993a357f75" providerId="ADAL" clId="{CB4ED833-6002-4093-831E-3D16605AD595}" dt="2026-02-03T16:12:21.476" v="4" actId="20577"/>
          <ac:spMkLst>
            <pc:docMk/>
            <pc:sldMk cId="2665438524" sldId="302"/>
            <ac:spMk id="5" creationId="{6B8EB5DB-EE9F-A131-63BF-30B146E4CE73}"/>
          </ac:spMkLst>
        </pc:spChg>
        <pc:spChg chg="add mod">
          <ac:chgData name="Ravichandran, Rithika" userId="a2280db7-14de-470c-b5f7-19993a357f75" providerId="ADAL" clId="{CB4ED833-6002-4093-831E-3D16605AD595}" dt="2026-02-03T17:50:50.217" v="164"/>
          <ac:spMkLst>
            <pc:docMk/>
            <pc:sldMk cId="2665438524" sldId="302"/>
            <ac:spMk id="7" creationId="{90C98745-E93B-F189-93F0-7816E33B096C}"/>
          </ac:spMkLst>
        </pc:spChg>
        <pc:spChg chg="add mod">
          <ac:chgData name="Ravichandran, Rithika" userId="a2280db7-14de-470c-b5f7-19993a357f75" providerId="ADAL" clId="{CB4ED833-6002-4093-831E-3D16605AD595}" dt="2026-02-03T17:54:29.451" v="191"/>
          <ac:spMkLst>
            <pc:docMk/>
            <pc:sldMk cId="2665438524" sldId="302"/>
            <ac:spMk id="9" creationId="{E066C8AE-87C1-A7DE-671E-7D47ACF39291}"/>
          </ac:spMkLst>
        </pc:spChg>
      </pc:sldChg>
      <pc:sldChg chg="del">
        <pc:chgData name="Ravichandran, Rithika" userId="a2280db7-14de-470c-b5f7-19993a357f75" providerId="ADAL" clId="{CB4ED833-6002-4093-831E-3D16605AD595}" dt="2026-02-04T16:24:58.217" v="267" actId="2696"/>
        <pc:sldMkLst>
          <pc:docMk/>
          <pc:sldMk cId="1703363194" sldId="303"/>
        </pc:sldMkLst>
      </pc:sldChg>
      <pc:sldChg chg="addSp modSp mod">
        <pc:chgData name="Ravichandran, Rithika" userId="a2280db7-14de-470c-b5f7-19993a357f75" providerId="ADAL" clId="{CB4ED833-6002-4093-831E-3D16605AD595}" dt="2026-02-03T17:51:19.526" v="167" actId="2711"/>
        <pc:sldMkLst>
          <pc:docMk/>
          <pc:sldMk cId="3381681253" sldId="304"/>
        </pc:sldMkLst>
        <pc:spChg chg="add mod">
          <ac:chgData name="Ravichandran, Rithika" userId="a2280db7-14de-470c-b5f7-19993a357f75" providerId="ADAL" clId="{CB4ED833-6002-4093-831E-3D16605AD595}" dt="2026-02-03T17:44:21.951" v="56"/>
          <ac:spMkLst>
            <pc:docMk/>
            <pc:sldMk cId="3381681253" sldId="304"/>
            <ac:spMk id="4" creationId="{4069D426-0DFC-3C91-1C69-33441CBF6457}"/>
          </ac:spMkLst>
        </pc:spChg>
        <pc:spChg chg="add mod">
          <ac:chgData name="Ravichandran, Rithika" userId="a2280db7-14de-470c-b5f7-19993a357f75" providerId="ADAL" clId="{CB4ED833-6002-4093-831E-3D16605AD595}" dt="2026-02-03T17:47:36.431" v="110" actId="2711"/>
          <ac:spMkLst>
            <pc:docMk/>
            <pc:sldMk cId="3381681253" sldId="304"/>
            <ac:spMk id="6" creationId="{36A5B125-DD92-7400-D001-F51C62395E21}"/>
          </ac:spMkLst>
        </pc:spChg>
        <pc:spChg chg="add mod">
          <ac:chgData name="Ravichandran, Rithika" userId="a2280db7-14de-470c-b5f7-19993a357f75" providerId="ADAL" clId="{CB4ED833-6002-4093-831E-3D16605AD595}" dt="2026-02-03T17:51:19.526" v="167" actId="2711"/>
          <ac:spMkLst>
            <pc:docMk/>
            <pc:sldMk cId="3381681253" sldId="304"/>
            <ac:spMk id="7" creationId="{A37E094D-C3D2-327F-16E4-99BF9C34D169}"/>
          </ac:spMkLst>
        </pc:spChg>
      </pc:sldChg>
      <pc:sldChg chg="addSp modSp">
        <pc:chgData name="Ravichandran, Rithika" userId="a2280db7-14de-470c-b5f7-19993a357f75" providerId="ADAL" clId="{CB4ED833-6002-4093-831E-3D16605AD595}" dt="2026-02-03T17:54:35.021" v="192"/>
        <pc:sldMkLst>
          <pc:docMk/>
          <pc:sldMk cId="1459481147" sldId="305"/>
        </pc:sldMkLst>
        <pc:spChg chg="add mod">
          <ac:chgData name="Ravichandran, Rithika" userId="a2280db7-14de-470c-b5f7-19993a357f75" providerId="ADAL" clId="{CB4ED833-6002-4093-831E-3D16605AD595}" dt="2026-02-03T17:46:18.128" v="71"/>
          <ac:spMkLst>
            <pc:docMk/>
            <pc:sldMk cId="1459481147" sldId="305"/>
            <ac:spMk id="3" creationId="{81E34A15-6CB8-B8BC-A32B-20D85D0BF2BC}"/>
          </ac:spMkLst>
        </pc:spChg>
        <pc:spChg chg="add mod">
          <ac:chgData name="Ravichandran, Rithika" userId="a2280db7-14de-470c-b5f7-19993a357f75" providerId="ADAL" clId="{CB4ED833-6002-4093-831E-3D16605AD595}" dt="2026-02-03T17:50:53.292" v="165"/>
          <ac:spMkLst>
            <pc:docMk/>
            <pc:sldMk cId="1459481147" sldId="305"/>
            <ac:spMk id="4" creationId="{CFCF4FBD-0E5F-D797-0236-95202DD27D1E}"/>
          </ac:spMkLst>
        </pc:spChg>
        <pc:spChg chg="add mod">
          <ac:chgData name="Ravichandran, Rithika" userId="a2280db7-14de-470c-b5f7-19993a357f75" providerId="ADAL" clId="{CB4ED833-6002-4093-831E-3D16605AD595}" dt="2026-02-03T17:54:35.021" v="192"/>
          <ac:spMkLst>
            <pc:docMk/>
            <pc:sldMk cId="1459481147" sldId="305"/>
            <ac:spMk id="5" creationId="{9B46BAEF-5A04-844E-6F1B-28A35AE1E468}"/>
          </ac:spMkLst>
        </pc:spChg>
      </pc:sldChg>
      <pc:sldChg chg="new del">
        <pc:chgData name="Ravichandran, Rithika" userId="a2280db7-14de-470c-b5f7-19993a357f75" providerId="ADAL" clId="{CB4ED833-6002-4093-831E-3D16605AD595}" dt="2026-02-04T16:25:01.915" v="268" actId="2696"/>
        <pc:sldMkLst>
          <pc:docMk/>
          <pc:sldMk cId="2157276370" sldId="306"/>
        </pc:sldMkLst>
      </pc:sldChg>
      <pc:sldChg chg="modSp add mod">
        <pc:chgData name="Ravichandran, Rithika" userId="a2280db7-14de-470c-b5f7-19993a357f75" providerId="ADAL" clId="{CB4ED833-6002-4093-831E-3D16605AD595}" dt="2026-02-04T16:25:37.707" v="306" actId="14100"/>
        <pc:sldMkLst>
          <pc:docMk/>
          <pc:sldMk cId="2701736187" sldId="306"/>
        </pc:sldMkLst>
        <pc:spChg chg="mod">
          <ac:chgData name="Ravichandran, Rithika" userId="a2280db7-14de-470c-b5f7-19993a357f75" providerId="ADAL" clId="{CB4ED833-6002-4093-831E-3D16605AD595}" dt="2026-02-04T16:25:37.707" v="306" actId="14100"/>
          <ac:spMkLst>
            <pc:docMk/>
            <pc:sldMk cId="2701736187" sldId="306"/>
            <ac:spMk id="2" creationId="{4EC64584-EB4A-CC96-22B6-5D7380099D1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906787-5CAA-49B1-BD3F-6E1D3C874344}" type="doc">
      <dgm:prSet loTypeId="urn:microsoft.com/office/officeart/2005/8/layout/hProcess4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D66DEE-F8B3-4782-B040-C96DA551D24F}">
      <dgm:prSet phldrT="[Text]"/>
      <dgm:spPr/>
      <dgm:t>
        <a:bodyPr/>
        <a:lstStyle/>
        <a:p>
          <a:pPr>
            <a:buNone/>
          </a:pPr>
          <a:r>
            <a:rPr lang="en-US" b="1" dirty="0"/>
            <a:t>Retrieve existing hazard keys first</a:t>
          </a:r>
          <a:endParaRPr lang="en-US" dirty="0"/>
        </a:p>
      </dgm:t>
    </dgm:pt>
    <dgm:pt modelId="{5F71C084-4033-4429-BA4A-0217396F1D0C}" type="parTrans" cxnId="{4CA53050-AA50-48E6-A1C2-895C131CBA56}">
      <dgm:prSet/>
      <dgm:spPr/>
      <dgm:t>
        <a:bodyPr/>
        <a:lstStyle/>
        <a:p>
          <a:endParaRPr lang="en-US"/>
        </a:p>
      </dgm:t>
    </dgm:pt>
    <dgm:pt modelId="{9B5BEB44-E275-48A1-8F46-011878325F78}" type="sibTrans" cxnId="{4CA53050-AA50-48E6-A1C2-895C131CBA56}">
      <dgm:prSet/>
      <dgm:spPr/>
      <dgm:t>
        <a:bodyPr/>
        <a:lstStyle/>
        <a:p>
          <a:endParaRPr lang="en-US"/>
        </a:p>
      </dgm:t>
    </dgm:pt>
    <dgm:pt modelId="{477A683A-6D52-44BF-8B19-2D6269188809}">
      <dgm:prSet phldrT="[Text]"/>
      <dgm:spPr/>
      <dgm:t>
        <a:bodyPr/>
        <a:lstStyle/>
        <a:p>
          <a:pPr>
            <a:buNone/>
          </a:pPr>
          <a:r>
            <a:rPr lang="en-US" b="1" dirty="0"/>
            <a:t>Reuse validated safety messages if a match is found</a:t>
          </a:r>
          <a:endParaRPr lang="en-US" dirty="0"/>
        </a:p>
      </dgm:t>
    </dgm:pt>
    <dgm:pt modelId="{C15C7894-14C8-4C13-BA9D-418E79DE05D4}" type="parTrans" cxnId="{FD1BC45B-E6A6-4422-8E0B-B16D5472FD54}">
      <dgm:prSet/>
      <dgm:spPr/>
      <dgm:t>
        <a:bodyPr/>
        <a:lstStyle/>
        <a:p>
          <a:endParaRPr lang="en-US"/>
        </a:p>
      </dgm:t>
    </dgm:pt>
    <dgm:pt modelId="{0B34FE8C-0597-4897-AEF2-33A834AFFDA2}" type="sibTrans" cxnId="{FD1BC45B-E6A6-4422-8E0B-B16D5472FD54}">
      <dgm:prSet/>
      <dgm:spPr/>
      <dgm:t>
        <a:bodyPr/>
        <a:lstStyle/>
        <a:p>
          <a:endParaRPr lang="en-US"/>
        </a:p>
      </dgm:t>
    </dgm:pt>
    <dgm:pt modelId="{7192A9F8-DD0E-4502-AAF1-CED8F2B74B18}">
      <dgm:prSet phldrT="[Text]"/>
      <dgm:spPr/>
      <dgm:t>
        <a:bodyPr/>
        <a:lstStyle/>
        <a:p>
          <a:pPr>
            <a:buNone/>
          </a:pPr>
          <a:r>
            <a:rPr lang="en-US" b="1" dirty="0"/>
            <a:t>Generate with LLM only when no sufficient match exists</a:t>
          </a:r>
          <a:endParaRPr lang="en-US" dirty="0"/>
        </a:p>
      </dgm:t>
    </dgm:pt>
    <dgm:pt modelId="{EDE604ED-B846-4093-8503-1326F2AAAFC1}" type="parTrans" cxnId="{05A42568-A20A-4864-B064-D16EDE9C634F}">
      <dgm:prSet/>
      <dgm:spPr/>
      <dgm:t>
        <a:bodyPr/>
        <a:lstStyle/>
        <a:p>
          <a:endParaRPr lang="en-US"/>
        </a:p>
      </dgm:t>
    </dgm:pt>
    <dgm:pt modelId="{EDB22100-3C3D-4F68-A5BA-ACBD4B8DFB65}" type="sibTrans" cxnId="{05A42568-A20A-4864-B064-D16EDE9C634F}">
      <dgm:prSet/>
      <dgm:spPr/>
      <dgm:t>
        <a:bodyPr/>
        <a:lstStyle/>
        <a:p>
          <a:endParaRPr lang="en-US"/>
        </a:p>
      </dgm:t>
    </dgm:pt>
    <dgm:pt modelId="{581EC2B4-B9B4-4C99-92A6-B6E17814A0A1}">
      <dgm:prSet phldrT="[Text]"/>
      <dgm:spPr/>
      <dgm:t>
        <a:bodyPr/>
        <a:lstStyle/>
        <a:p>
          <a:pPr>
            <a:buNone/>
          </a:pPr>
          <a:r>
            <a:rPr lang="en-US" b="1" dirty="0"/>
            <a:t>Human expert validates the final output</a:t>
          </a:r>
        </a:p>
      </dgm:t>
    </dgm:pt>
    <dgm:pt modelId="{07B4F9F0-2C26-4783-8074-FD5DDD2D22C9}" type="parTrans" cxnId="{7BCFF62D-2023-4BEA-A81E-E7AB7942DA29}">
      <dgm:prSet/>
      <dgm:spPr/>
      <dgm:t>
        <a:bodyPr/>
        <a:lstStyle/>
        <a:p>
          <a:endParaRPr lang="en-US"/>
        </a:p>
      </dgm:t>
    </dgm:pt>
    <dgm:pt modelId="{EAED24E1-8611-4088-B5FA-C101072594D6}" type="sibTrans" cxnId="{7BCFF62D-2023-4BEA-A81E-E7AB7942DA29}">
      <dgm:prSet/>
      <dgm:spPr/>
      <dgm:t>
        <a:bodyPr/>
        <a:lstStyle/>
        <a:p>
          <a:endParaRPr lang="en-US"/>
        </a:p>
      </dgm:t>
    </dgm:pt>
    <dgm:pt modelId="{E3060F76-4A0E-48C0-AB29-2846800F9FE4}" type="pres">
      <dgm:prSet presAssocID="{B9906787-5CAA-49B1-BD3F-6E1D3C874344}" presName="Name0" presStyleCnt="0">
        <dgm:presLayoutVars>
          <dgm:dir/>
          <dgm:animLvl val="lvl"/>
          <dgm:resizeHandles val="exact"/>
        </dgm:presLayoutVars>
      </dgm:prSet>
      <dgm:spPr/>
    </dgm:pt>
    <dgm:pt modelId="{6CA615FA-3ED8-43C9-B3F1-3710BBD7B1FE}" type="pres">
      <dgm:prSet presAssocID="{B9906787-5CAA-49B1-BD3F-6E1D3C874344}" presName="tSp" presStyleCnt="0"/>
      <dgm:spPr/>
    </dgm:pt>
    <dgm:pt modelId="{24A27488-91F9-4972-A0C5-50CA688BB5AF}" type="pres">
      <dgm:prSet presAssocID="{B9906787-5CAA-49B1-BD3F-6E1D3C874344}" presName="bSp" presStyleCnt="0"/>
      <dgm:spPr/>
    </dgm:pt>
    <dgm:pt modelId="{DAFD423B-F4E8-441B-8505-2382FB1262BA}" type="pres">
      <dgm:prSet presAssocID="{B9906787-5CAA-49B1-BD3F-6E1D3C874344}" presName="process" presStyleCnt="0"/>
      <dgm:spPr/>
    </dgm:pt>
    <dgm:pt modelId="{B81D79C1-7D72-4555-8E97-AD60D9677D75}" type="pres">
      <dgm:prSet presAssocID="{C7D66DEE-F8B3-4782-B040-C96DA551D24F}" presName="composite1" presStyleCnt="0"/>
      <dgm:spPr/>
    </dgm:pt>
    <dgm:pt modelId="{A2C6C4EF-74C1-4CD0-B23B-5910995F747B}" type="pres">
      <dgm:prSet presAssocID="{C7D66DEE-F8B3-4782-B040-C96DA551D24F}" presName="dummyNode1" presStyleLbl="node1" presStyleIdx="0" presStyleCnt="4"/>
      <dgm:spPr/>
    </dgm:pt>
    <dgm:pt modelId="{418D6769-56BA-4D11-B535-B85BC86510D5}" type="pres">
      <dgm:prSet presAssocID="{C7D66DEE-F8B3-4782-B040-C96DA551D24F}" presName="childNode1" presStyleLbl="bgAcc1" presStyleIdx="0" presStyleCnt="4">
        <dgm:presLayoutVars>
          <dgm:bulletEnabled val="1"/>
        </dgm:presLayoutVars>
      </dgm:prSet>
      <dgm:spPr/>
    </dgm:pt>
    <dgm:pt modelId="{F2B3693D-5D89-4DAC-AAA0-E369DE1A732A}" type="pres">
      <dgm:prSet presAssocID="{C7D66DEE-F8B3-4782-B040-C96DA551D24F}" presName="childNode1tx" presStyleLbl="bgAcc1" presStyleIdx="0" presStyleCnt="4">
        <dgm:presLayoutVars>
          <dgm:bulletEnabled val="1"/>
        </dgm:presLayoutVars>
      </dgm:prSet>
      <dgm:spPr/>
    </dgm:pt>
    <dgm:pt modelId="{4314183A-BD06-4650-AB66-0B588DEE7C8E}" type="pres">
      <dgm:prSet presAssocID="{C7D66DEE-F8B3-4782-B040-C96DA551D24F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8A055DD2-DA0C-4D86-81A7-E346DB024A86}" type="pres">
      <dgm:prSet presAssocID="{C7D66DEE-F8B3-4782-B040-C96DA551D24F}" presName="connSite1" presStyleCnt="0"/>
      <dgm:spPr/>
    </dgm:pt>
    <dgm:pt modelId="{1BF228EE-45A7-4189-BF9A-6BA954082AE2}" type="pres">
      <dgm:prSet presAssocID="{9B5BEB44-E275-48A1-8F46-011878325F78}" presName="Name9" presStyleLbl="sibTrans2D1" presStyleIdx="0" presStyleCnt="3"/>
      <dgm:spPr/>
    </dgm:pt>
    <dgm:pt modelId="{C307CCD5-86E0-44A5-B39A-64CE4A111AD5}" type="pres">
      <dgm:prSet presAssocID="{477A683A-6D52-44BF-8B19-2D6269188809}" presName="composite2" presStyleCnt="0"/>
      <dgm:spPr/>
    </dgm:pt>
    <dgm:pt modelId="{8F19B3D9-6FB5-41F5-9BD6-150E036BD146}" type="pres">
      <dgm:prSet presAssocID="{477A683A-6D52-44BF-8B19-2D6269188809}" presName="dummyNode2" presStyleLbl="node1" presStyleIdx="0" presStyleCnt="4"/>
      <dgm:spPr/>
    </dgm:pt>
    <dgm:pt modelId="{943F48B8-B7FF-4F08-BC50-A3AC83AC99B0}" type="pres">
      <dgm:prSet presAssocID="{477A683A-6D52-44BF-8B19-2D6269188809}" presName="childNode2" presStyleLbl="bgAcc1" presStyleIdx="1" presStyleCnt="4">
        <dgm:presLayoutVars>
          <dgm:bulletEnabled val="1"/>
        </dgm:presLayoutVars>
      </dgm:prSet>
      <dgm:spPr/>
    </dgm:pt>
    <dgm:pt modelId="{46791363-D9E6-451F-87E4-D1DE82A51D88}" type="pres">
      <dgm:prSet presAssocID="{477A683A-6D52-44BF-8B19-2D6269188809}" presName="childNode2tx" presStyleLbl="bgAcc1" presStyleIdx="1" presStyleCnt="4">
        <dgm:presLayoutVars>
          <dgm:bulletEnabled val="1"/>
        </dgm:presLayoutVars>
      </dgm:prSet>
      <dgm:spPr/>
    </dgm:pt>
    <dgm:pt modelId="{349E479F-72DF-492F-BF21-09BE241DDF9C}" type="pres">
      <dgm:prSet presAssocID="{477A683A-6D52-44BF-8B19-2D6269188809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0863EF7D-6383-43AF-A1ED-30FAAC69D631}" type="pres">
      <dgm:prSet presAssocID="{477A683A-6D52-44BF-8B19-2D6269188809}" presName="connSite2" presStyleCnt="0"/>
      <dgm:spPr/>
    </dgm:pt>
    <dgm:pt modelId="{C66974AC-26B1-420D-97DD-52B4D7A613DE}" type="pres">
      <dgm:prSet presAssocID="{0B34FE8C-0597-4897-AEF2-33A834AFFDA2}" presName="Name18" presStyleLbl="sibTrans2D1" presStyleIdx="1" presStyleCnt="3"/>
      <dgm:spPr/>
    </dgm:pt>
    <dgm:pt modelId="{206BC3C0-90DD-45BC-BDB2-4BC7CA05B8F8}" type="pres">
      <dgm:prSet presAssocID="{7192A9F8-DD0E-4502-AAF1-CED8F2B74B18}" presName="composite1" presStyleCnt="0"/>
      <dgm:spPr/>
    </dgm:pt>
    <dgm:pt modelId="{AA12D182-510D-4838-ACE8-49E7B49C009B}" type="pres">
      <dgm:prSet presAssocID="{7192A9F8-DD0E-4502-AAF1-CED8F2B74B18}" presName="dummyNode1" presStyleLbl="node1" presStyleIdx="1" presStyleCnt="4"/>
      <dgm:spPr/>
    </dgm:pt>
    <dgm:pt modelId="{DCBC079B-1D09-4580-9F36-C574E8596C1C}" type="pres">
      <dgm:prSet presAssocID="{7192A9F8-DD0E-4502-AAF1-CED8F2B74B18}" presName="childNode1" presStyleLbl="bgAcc1" presStyleIdx="2" presStyleCnt="4">
        <dgm:presLayoutVars>
          <dgm:bulletEnabled val="1"/>
        </dgm:presLayoutVars>
      </dgm:prSet>
      <dgm:spPr/>
    </dgm:pt>
    <dgm:pt modelId="{5244C545-F19A-45CE-8463-CC0802622093}" type="pres">
      <dgm:prSet presAssocID="{7192A9F8-DD0E-4502-AAF1-CED8F2B74B18}" presName="childNode1tx" presStyleLbl="bgAcc1" presStyleIdx="2" presStyleCnt="4">
        <dgm:presLayoutVars>
          <dgm:bulletEnabled val="1"/>
        </dgm:presLayoutVars>
      </dgm:prSet>
      <dgm:spPr/>
    </dgm:pt>
    <dgm:pt modelId="{E52493C9-0130-49DC-9866-ECC4D32918E7}" type="pres">
      <dgm:prSet presAssocID="{7192A9F8-DD0E-4502-AAF1-CED8F2B74B18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8635AC9F-2D25-45D4-A1AF-9454DD2456D9}" type="pres">
      <dgm:prSet presAssocID="{7192A9F8-DD0E-4502-AAF1-CED8F2B74B18}" presName="connSite1" presStyleCnt="0"/>
      <dgm:spPr/>
    </dgm:pt>
    <dgm:pt modelId="{552CBC1D-657D-49BE-8D8B-B2DE03513B67}" type="pres">
      <dgm:prSet presAssocID="{EDB22100-3C3D-4F68-A5BA-ACBD4B8DFB65}" presName="Name9" presStyleLbl="sibTrans2D1" presStyleIdx="2" presStyleCnt="3"/>
      <dgm:spPr/>
    </dgm:pt>
    <dgm:pt modelId="{C0673538-92F6-4AB1-9745-43BDF9B1411B}" type="pres">
      <dgm:prSet presAssocID="{581EC2B4-B9B4-4C99-92A6-B6E17814A0A1}" presName="composite2" presStyleCnt="0"/>
      <dgm:spPr/>
    </dgm:pt>
    <dgm:pt modelId="{40292B49-3230-4C11-ABC8-025BB781634D}" type="pres">
      <dgm:prSet presAssocID="{581EC2B4-B9B4-4C99-92A6-B6E17814A0A1}" presName="dummyNode2" presStyleLbl="node1" presStyleIdx="2" presStyleCnt="4"/>
      <dgm:spPr/>
    </dgm:pt>
    <dgm:pt modelId="{3930B0FD-C2F5-43FD-B9A3-5A36E929138C}" type="pres">
      <dgm:prSet presAssocID="{581EC2B4-B9B4-4C99-92A6-B6E17814A0A1}" presName="childNode2" presStyleLbl="bgAcc1" presStyleIdx="3" presStyleCnt="4">
        <dgm:presLayoutVars>
          <dgm:bulletEnabled val="1"/>
        </dgm:presLayoutVars>
      </dgm:prSet>
      <dgm:spPr/>
    </dgm:pt>
    <dgm:pt modelId="{62F28918-26DA-44FF-8CF7-A0986163FF55}" type="pres">
      <dgm:prSet presAssocID="{581EC2B4-B9B4-4C99-92A6-B6E17814A0A1}" presName="childNode2tx" presStyleLbl="bgAcc1" presStyleIdx="3" presStyleCnt="4">
        <dgm:presLayoutVars>
          <dgm:bulletEnabled val="1"/>
        </dgm:presLayoutVars>
      </dgm:prSet>
      <dgm:spPr/>
    </dgm:pt>
    <dgm:pt modelId="{A805DE19-2DB6-455C-83CA-1817D0522161}" type="pres">
      <dgm:prSet presAssocID="{581EC2B4-B9B4-4C99-92A6-B6E17814A0A1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5223A369-C883-476A-A15A-2B9881BD55AF}" type="pres">
      <dgm:prSet presAssocID="{581EC2B4-B9B4-4C99-92A6-B6E17814A0A1}" presName="connSite2" presStyleCnt="0"/>
      <dgm:spPr/>
    </dgm:pt>
  </dgm:ptLst>
  <dgm:cxnLst>
    <dgm:cxn modelId="{7BCFF62D-2023-4BEA-A81E-E7AB7942DA29}" srcId="{B9906787-5CAA-49B1-BD3F-6E1D3C874344}" destId="{581EC2B4-B9B4-4C99-92A6-B6E17814A0A1}" srcOrd="3" destOrd="0" parTransId="{07B4F9F0-2C26-4783-8074-FD5DDD2D22C9}" sibTransId="{EAED24E1-8611-4088-B5FA-C101072594D6}"/>
    <dgm:cxn modelId="{FD1BC45B-E6A6-4422-8E0B-B16D5472FD54}" srcId="{B9906787-5CAA-49B1-BD3F-6E1D3C874344}" destId="{477A683A-6D52-44BF-8B19-2D6269188809}" srcOrd="1" destOrd="0" parTransId="{C15C7894-14C8-4C13-BA9D-418E79DE05D4}" sibTransId="{0B34FE8C-0597-4897-AEF2-33A834AFFDA2}"/>
    <dgm:cxn modelId="{67C3ED45-24A8-4310-A394-2F6012B741B9}" type="presOf" srcId="{9B5BEB44-E275-48A1-8F46-011878325F78}" destId="{1BF228EE-45A7-4189-BF9A-6BA954082AE2}" srcOrd="0" destOrd="0" presId="urn:microsoft.com/office/officeart/2005/8/layout/hProcess4"/>
    <dgm:cxn modelId="{05A42568-A20A-4864-B064-D16EDE9C634F}" srcId="{B9906787-5CAA-49B1-BD3F-6E1D3C874344}" destId="{7192A9F8-DD0E-4502-AAF1-CED8F2B74B18}" srcOrd="2" destOrd="0" parTransId="{EDE604ED-B846-4093-8503-1326F2AAAFC1}" sibTransId="{EDB22100-3C3D-4F68-A5BA-ACBD4B8DFB65}"/>
    <dgm:cxn modelId="{3F735948-A23A-4F9C-877C-B6B1DFCC5640}" type="presOf" srcId="{B9906787-5CAA-49B1-BD3F-6E1D3C874344}" destId="{E3060F76-4A0E-48C0-AB29-2846800F9FE4}" srcOrd="0" destOrd="0" presId="urn:microsoft.com/office/officeart/2005/8/layout/hProcess4"/>
    <dgm:cxn modelId="{76A14F69-618C-458C-89D2-78A4966E4B94}" type="presOf" srcId="{7192A9F8-DD0E-4502-AAF1-CED8F2B74B18}" destId="{E52493C9-0130-49DC-9866-ECC4D32918E7}" srcOrd="0" destOrd="0" presId="urn:microsoft.com/office/officeart/2005/8/layout/hProcess4"/>
    <dgm:cxn modelId="{6171A369-EA59-4203-BE41-595334E28504}" type="presOf" srcId="{C7D66DEE-F8B3-4782-B040-C96DA551D24F}" destId="{4314183A-BD06-4650-AB66-0B588DEE7C8E}" srcOrd="0" destOrd="0" presId="urn:microsoft.com/office/officeart/2005/8/layout/hProcess4"/>
    <dgm:cxn modelId="{4CA53050-AA50-48E6-A1C2-895C131CBA56}" srcId="{B9906787-5CAA-49B1-BD3F-6E1D3C874344}" destId="{C7D66DEE-F8B3-4782-B040-C96DA551D24F}" srcOrd="0" destOrd="0" parTransId="{5F71C084-4033-4429-BA4A-0217396F1D0C}" sibTransId="{9B5BEB44-E275-48A1-8F46-011878325F78}"/>
    <dgm:cxn modelId="{5E8B1851-62C7-48D3-8AD3-C0BDE8341C46}" type="presOf" srcId="{477A683A-6D52-44BF-8B19-2D6269188809}" destId="{349E479F-72DF-492F-BF21-09BE241DDF9C}" srcOrd="0" destOrd="0" presId="urn:microsoft.com/office/officeart/2005/8/layout/hProcess4"/>
    <dgm:cxn modelId="{EF062D53-450A-49C9-930C-2EBF911D9248}" type="presOf" srcId="{581EC2B4-B9B4-4C99-92A6-B6E17814A0A1}" destId="{A805DE19-2DB6-455C-83CA-1817D0522161}" srcOrd="0" destOrd="0" presId="urn:microsoft.com/office/officeart/2005/8/layout/hProcess4"/>
    <dgm:cxn modelId="{8819055A-F96C-48D3-A922-47C39D1B55FD}" type="presOf" srcId="{0B34FE8C-0597-4897-AEF2-33A834AFFDA2}" destId="{C66974AC-26B1-420D-97DD-52B4D7A613DE}" srcOrd="0" destOrd="0" presId="urn:microsoft.com/office/officeart/2005/8/layout/hProcess4"/>
    <dgm:cxn modelId="{5B5508C1-C56F-436F-9AD5-C746538A23DB}" type="presOf" srcId="{EDB22100-3C3D-4F68-A5BA-ACBD4B8DFB65}" destId="{552CBC1D-657D-49BE-8D8B-B2DE03513B67}" srcOrd="0" destOrd="0" presId="urn:microsoft.com/office/officeart/2005/8/layout/hProcess4"/>
    <dgm:cxn modelId="{7E5ED1DA-28A1-43F9-A2B5-DBBA956D867B}" type="presParOf" srcId="{E3060F76-4A0E-48C0-AB29-2846800F9FE4}" destId="{6CA615FA-3ED8-43C9-B3F1-3710BBD7B1FE}" srcOrd="0" destOrd="0" presId="urn:microsoft.com/office/officeart/2005/8/layout/hProcess4"/>
    <dgm:cxn modelId="{DBF218FD-EF83-41A2-BD84-5F8CBD5C060F}" type="presParOf" srcId="{E3060F76-4A0E-48C0-AB29-2846800F9FE4}" destId="{24A27488-91F9-4972-A0C5-50CA688BB5AF}" srcOrd="1" destOrd="0" presId="urn:microsoft.com/office/officeart/2005/8/layout/hProcess4"/>
    <dgm:cxn modelId="{6D62608E-7C24-4148-8D38-3394F864160E}" type="presParOf" srcId="{E3060F76-4A0E-48C0-AB29-2846800F9FE4}" destId="{DAFD423B-F4E8-441B-8505-2382FB1262BA}" srcOrd="2" destOrd="0" presId="urn:microsoft.com/office/officeart/2005/8/layout/hProcess4"/>
    <dgm:cxn modelId="{0B306C1F-452B-4164-A517-CE88F56031C4}" type="presParOf" srcId="{DAFD423B-F4E8-441B-8505-2382FB1262BA}" destId="{B81D79C1-7D72-4555-8E97-AD60D9677D75}" srcOrd="0" destOrd="0" presId="urn:microsoft.com/office/officeart/2005/8/layout/hProcess4"/>
    <dgm:cxn modelId="{C47C32C6-707C-48ED-AAB7-51EBF5143DF5}" type="presParOf" srcId="{B81D79C1-7D72-4555-8E97-AD60D9677D75}" destId="{A2C6C4EF-74C1-4CD0-B23B-5910995F747B}" srcOrd="0" destOrd="0" presId="urn:microsoft.com/office/officeart/2005/8/layout/hProcess4"/>
    <dgm:cxn modelId="{B71DEAAF-45F0-4912-82BE-C7B89A8A9594}" type="presParOf" srcId="{B81D79C1-7D72-4555-8E97-AD60D9677D75}" destId="{418D6769-56BA-4D11-B535-B85BC86510D5}" srcOrd="1" destOrd="0" presId="urn:microsoft.com/office/officeart/2005/8/layout/hProcess4"/>
    <dgm:cxn modelId="{C48E54DC-B1AB-4A1C-B324-EF9471AD022C}" type="presParOf" srcId="{B81D79C1-7D72-4555-8E97-AD60D9677D75}" destId="{F2B3693D-5D89-4DAC-AAA0-E369DE1A732A}" srcOrd="2" destOrd="0" presId="urn:microsoft.com/office/officeart/2005/8/layout/hProcess4"/>
    <dgm:cxn modelId="{EDC075CE-AB11-4B2F-AB1F-8CAF286117D0}" type="presParOf" srcId="{B81D79C1-7D72-4555-8E97-AD60D9677D75}" destId="{4314183A-BD06-4650-AB66-0B588DEE7C8E}" srcOrd="3" destOrd="0" presId="urn:microsoft.com/office/officeart/2005/8/layout/hProcess4"/>
    <dgm:cxn modelId="{40FF8733-1266-4E85-9C72-7699C5B3FA0A}" type="presParOf" srcId="{B81D79C1-7D72-4555-8E97-AD60D9677D75}" destId="{8A055DD2-DA0C-4D86-81A7-E346DB024A86}" srcOrd="4" destOrd="0" presId="urn:microsoft.com/office/officeart/2005/8/layout/hProcess4"/>
    <dgm:cxn modelId="{9BE8C172-00F5-4DBC-BCBC-A5ABB3BB9214}" type="presParOf" srcId="{DAFD423B-F4E8-441B-8505-2382FB1262BA}" destId="{1BF228EE-45A7-4189-BF9A-6BA954082AE2}" srcOrd="1" destOrd="0" presId="urn:microsoft.com/office/officeart/2005/8/layout/hProcess4"/>
    <dgm:cxn modelId="{2C8DEB70-9FDA-4484-8B9A-5B0FEEC41518}" type="presParOf" srcId="{DAFD423B-F4E8-441B-8505-2382FB1262BA}" destId="{C307CCD5-86E0-44A5-B39A-64CE4A111AD5}" srcOrd="2" destOrd="0" presId="urn:microsoft.com/office/officeart/2005/8/layout/hProcess4"/>
    <dgm:cxn modelId="{1D30D5B6-4C61-4700-BF4C-5A6DA9223A2A}" type="presParOf" srcId="{C307CCD5-86E0-44A5-B39A-64CE4A111AD5}" destId="{8F19B3D9-6FB5-41F5-9BD6-150E036BD146}" srcOrd="0" destOrd="0" presId="urn:microsoft.com/office/officeart/2005/8/layout/hProcess4"/>
    <dgm:cxn modelId="{6613A45C-E146-44D2-A27E-B64203F4A92B}" type="presParOf" srcId="{C307CCD5-86E0-44A5-B39A-64CE4A111AD5}" destId="{943F48B8-B7FF-4F08-BC50-A3AC83AC99B0}" srcOrd="1" destOrd="0" presId="urn:microsoft.com/office/officeart/2005/8/layout/hProcess4"/>
    <dgm:cxn modelId="{36D7AECE-98B3-456D-824E-D3E34104EC6A}" type="presParOf" srcId="{C307CCD5-86E0-44A5-B39A-64CE4A111AD5}" destId="{46791363-D9E6-451F-87E4-D1DE82A51D88}" srcOrd="2" destOrd="0" presId="urn:microsoft.com/office/officeart/2005/8/layout/hProcess4"/>
    <dgm:cxn modelId="{E1577574-F9A3-4AA5-AF51-2AFD2A6DE373}" type="presParOf" srcId="{C307CCD5-86E0-44A5-B39A-64CE4A111AD5}" destId="{349E479F-72DF-492F-BF21-09BE241DDF9C}" srcOrd="3" destOrd="0" presId="urn:microsoft.com/office/officeart/2005/8/layout/hProcess4"/>
    <dgm:cxn modelId="{6474E20F-30B7-401A-9E5F-AA9A18C8F682}" type="presParOf" srcId="{C307CCD5-86E0-44A5-B39A-64CE4A111AD5}" destId="{0863EF7D-6383-43AF-A1ED-30FAAC69D631}" srcOrd="4" destOrd="0" presId="urn:microsoft.com/office/officeart/2005/8/layout/hProcess4"/>
    <dgm:cxn modelId="{B5323B97-0D7B-49B9-BD01-419C9B9E6D20}" type="presParOf" srcId="{DAFD423B-F4E8-441B-8505-2382FB1262BA}" destId="{C66974AC-26B1-420D-97DD-52B4D7A613DE}" srcOrd="3" destOrd="0" presId="urn:microsoft.com/office/officeart/2005/8/layout/hProcess4"/>
    <dgm:cxn modelId="{1B868766-CC58-4795-A4BF-6984FEBEC130}" type="presParOf" srcId="{DAFD423B-F4E8-441B-8505-2382FB1262BA}" destId="{206BC3C0-90DD-45BC-BDB2-4BC7CA05B8F8}" srcOrd="4" destOrd="0" presId="urn:microsoft.com/office/officeart/2005/8/layout/hProcess4"/>
    <dgm:cxn modelId="{475506A2-006E-4DB8-B022-FB50AA24A5B9}" type="presParOf" srcId="{206BC3C0-90DD-45BC-BDB2-4BC7CA05B8F8}" destId="{AA12D182-510D-4838-ACE8-49E7B49C009B}" srcOrd="0" destOrd="0" presId="urn:microsoft.com/office/officeart/2005/8/layout/hProcess4"/>
    <dgm:cxn modelId="{18484FD4-1349-4333-B1A0-AA453B344DC0}" type="presParOf" srcId="{206BC3C0-90DD-45BC-BDB2-4BC7CA05B8F8}" destId="{DCBC079B-1D09-4580-9F36-C574E8596C1C}" srcOrd="1" destOrd="0" presId="urn:microsoft.com/office/officeart/2005/8/layout/hProcess4"/>
    <dgm:cxn modelId="{805E1D91-1598-448B-A021-5D1C0AFCD24A}" type="presParOf" srcId="{206BC3C0-90DD-45BC-BDB2-4BC7CA05B8F8}" destId="{5244C545-F19A-45CE-8463-CC0802622093}" srcOrd="2" destOrd="0" presId="urn:microsoft.com/office/officeart/2005/8/layout/hProcess4"/>
    <dgm:cxn modelId="{B26ACE16-C812-4AB5-8991-76E87AB36E42}" type="presParOf" srcId="{206BC3C0-90DD-45BC-BDB2-4BC7CA05B8F8}" destId="{E52493C9-0130-49DC-9866-ECC4D32918E7}" srcOrd="3" destOrd="0" presId="urn:microsoft.com/office/officeart/2005/8/layout/hProcess4"/>
    <dgm:cxn modelId="{A1E957B8-4CC9-4E20-82E7-11AA272BF871}" type="presParOf" srcId="{206BC3C0-90DD-45BC-BDB2-4BC7CA05B8F8}" destId="{8635AC9F-2D25-45D4-A1AF-9454DD2456D9}" srcOrd="4" destOrd="0" presId="urn:microsoft.com/office/officeart/2005/8/layout/hProcess4"/>
    <dgm:cxn modelId="{2708C418-EAE8-4E16-968C-15E776D66BD5}" type="presParOf" srcId="{DAFD423B-F4E8-441B-8505-2382FB1262BA}" destId="{552CBC1D-657D-49BE-8D8B-B2DE03513B67}" srcOrd="5" destOrd="0" presId="urn:microsoft.com/office/officeart/2005/8/layout/hProcess4"/>
    <dgm:cxn modelId="{560FCFF0-99D1-4631-8CF7-B54785D0C40E}" type="presParOf" srcId="{DAFD423B-F4E8-441B-8505-2382FB1262BA}" destId="{C0673538-92F6-4AB1-9745-43BDF9B1411B}" srcOrd="6" destOrd="0" presId="urn:microsoft.com/office/officeart/2005/8/layout/hProcess4"/>
    <dgm:cxn modelId="{E400D91F-9EA2-4CE8-97D9-AFDF60DB7471}" type="presParOf" srcId="{C0673538-92F6-4AB1-9745-43BDF9B1411B}" destId="{40292B49-3230-4C11-ABC8-025BB781634D}" srcOrd="0" destOrd="0" presId="urn:microsoft.com/office/officeart/2005/8/layout/hProcess4"/>
    <dgm:cxn modelId="{143B4DFA-7520-4762-96BF-5236E5DFFB42}" type="presParOf" srcId="{C0673538-92F6-4AB1-9745-43BDF9B1411B}" destId="{3930B0FD-C2F5-43FD-B9A3-5A36E929138C}" srcOrd="1" destOrd="0" presId="urn:microsoft.com/office/officeart/2005/8/layout/hProcess4"/>
    <dgm:cxn modelId="{D33F8085-661B-448F-8269-FB35A2B85120}" type="presParOf" srcId="{C0673538-92F6-4AB1-9745-43BDF9B1411B}" destId="{62F28918-26DA-44FF-8CF7-A0986163FF55}" srcOrd="2" destOrd="0" presId="urn:microsoft.com/office/officeart/2005/8/layout/hProcess4"/>
    <dgm:cxn modelId="{F5BDA1AE-7D24-45AE-89C3-71C14894C93A}" type="presParOf" srcId="{C0673538-92F6-4AB1-9745-43BDF9B1411B}" destId="{A805DE19-2DB6-455C-83CA-1817D0522161}" srcOrd="3" destOrd="0" presId="urn:microsoft.com/office/officeart/2005/8/layout/hProcess4"/>
    <dgm:cxn modelId="{48CD76DB-D842-4247-9BF5-DD72425E8EC6}" type="presParOf" srcId="{C0673538-92F6-4AB1-9745-43BDF9B1411B}" destId="{5223A369-C883-476A-A15A-2B9881BD55AF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8D6769-56BA-4D11-B535-B85BC86510D5}">
      <dsp:nvSpPr>
        <dsp:cNvPr id="0" name=""/>
        <dsp:cNvSpPr/>
      </dsp:nvSpPr>
      <dsp:spPr>
        <a:xfrm>
          <a:off x="1402" y="1540994"/>
          <a:ext cx="2189053" cy="18055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F228EE-45A7-4189-BF9A-6BA954082AE2}">
      <dsp:nvSpPr>
        <dsp:cNvPr id="0" name=""/>
        <dsp:cNvSpPr/>
      </dsp:nvSpPr>
      <dsp:spPr>
        <a:xfrm>
          <a:off x="1216164" y="1915597"/>
          <a:ext cx="2495981" cy="2495981"/>
        </a:xfrm>
        <a:prstGeom prst="leftCircularArrow">
          <a:avLst>
            <a:gd name="adj1" fmla="val 3480"/>
            <a:gd name="adj2" fmla="val 431586"/>
            <a:gd name="adj3" fmla="val 2207096"/>
            <a:gd name="adj4" fmla="val 9024489"/>
            <a:gd name="adj5" fmla="val 406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14183A-BD06-4650-AB66-0B588DEE7C8E}">
      <dsp:nvSpPr>
        <dsp:cNvPr id="0" name=""/>
        <dsp:cNvSpPr/>
      </dsp:nvSpPr>
      <dsp:spPr>
        <a:xfrm>
          <a:off x="487858" y="2959610"/>
          <a:ext cx="1945825" cy="7737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Retrieve existing hazard keys first</a:t>
          </a:r>
          <a:endParaRPr lang="en-US" sz="1500" kern="1200" dirty="0"/>
        </a:p>
      </dsp:txBody>
      <dsp:txXfrm>
        <a:off x="510522" y="2982274"/>
        <a:ext cx="1900497" cy="728462"/>
      </dsp:txXfrm>
    </dsp:sp>
    <dsp:sp modelId="{943F48B8-B7FF-4F08-BC50-A3AC83AC99B0}">
      <dsp:nvSpPr>
        <dsp:cNvPr id="0" name=""/>
        <dsp:cNvSpPr/>
      </dsp:nvSpPr>
      <dsp:spPr>
        <a:xfrm>
          <a:off x="2847306" y="1540994"/>
          <a:ext cx="2189053" cy="18055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6974AC-26B1-420D-97DD-52B4D7A613DE}">
      <dsp:nvSpPr>
        <dsp:cNvPr id="0" name=""/>
        <dsp:cNvSpPr/>
      </dsp:nvSpPr>
      <dsp:spPr>
        <a:xfrm>
          <a:off x="4043826" y="405128"/>
          <a:ext cx="2775693" cy="2775693"/>
        </a:xfrm>
        <a:prstGeom prst="circularArrow">
          <a:avLst>
            <a:gd name="adj1" fmla="val 3129"/>
            <a:gd name="adj2" fmla="val 384879"/>
            <a:gd name="adj3" fmla="val 19439610"/>
            <a:gd name="adj4" fmla="val 12575511"/>
            <a:gd name="adj5" fmla="val 365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9E479F-72DF-492F-BF21-09BE241DDF9C}">
      <dsp:nvSpPr>
        <dsp:cNvPr id="0" name=""/>
        <dsp:cNvSpPr/>
      </dsp:nvSpPr>
      <dsp:spPr>
        <a:xfrm>
          <a:off x="3333763" y="1154099"/>
          <a:ext cx="1945825" cy="7737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Reuse validated safety messages if a match is found</a:t>
          </a:r>
          <a:endParaRPr lang="en-US" sz="1500" kern="1200" dirty="0"/>
        </a:p>
      </dsp:txBody>
      <dsp:txXfrm>
        <a:off x="3356427" y="1176763"/>
        <a:ext cx="1900497" cy="728462"/>
      </dsp:txXfrm>
    </dsp:sp>
    <dsp:sp modelId="{DCBC079B-1D09-4580-9F36-C574E8596C1C}">
      <dsp:nvSpPr>
        <dsp:cNvPr id="0" name=""/>
        <dsp:cNvSpPr/>
      </dsp:nvSpPr>
      <dsp:spPr>
        <a:xfrm>
          <a:off x="5693211" y="1540994"/>
          <a:ext cx="2189053" cy="18055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2CBC1D-657D-49BE-8D8B-B2DE03513B67}">
      <dsp:nvSpPr>
        <dsp:cNvPr id="0" name=""/>
        <dsp:cNvSpPr/>
      </dsp:nvSpPr>
      <dsp:spPr>
        <a:xfrm>
          <a:off x="6907973" y="1915597"/>
          <a:ext cx="2495981" cy="2495981"/>
        </a:xfrm>
        <a:prstGeom prst="leftCircularArrow">
          <a:avLst>
            <a:gd name="adj1" fmla="val 3480"/>
            <a:gd name="adj2" fmla="val 431586"/>
            <a:gd name="adj3" fmla="val 2207096"/>
            <a:gd name="adj4" fmla="val 9024489"/>
            <a:gd name="adj5" fmla="val 406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52493C9-0130-49DC-9866-ECC4D32918E7}">
      <dsp:nvSpPr>
        <dsp:cNvPr id="0" name=""/>
        <dsp:cNvSpPr/>
      </dsp:nvSpPr>
      <dsp:spPr>
        <a:xfrm>
          <a:off x="6179667" y="2959610"/>
          <a:ext cx="1945825" cy="7737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Generate with LLM only when no sufficient match exists</a:t>
          </a:r>
          <a:endParaRPr lang="en-US" sz="1500" kern="1200" dirty="0"/>
        </a:p>
      </dsp:txBody>
      <dsp:txXfrm>
        <a:off x="6202331" y="2982274"/>
        <a:ext cx="1900497" cy="728462"/>
      </dsp:txXfrm>
    </dsp:sp>
    <dsp:sp modelId="{3930B0FD-C2F5-43FD-B9A3-5A36E929138C}">
      <dsp:nvSpPr>
        <dsp:cNvPr id="0" name=""/>
        <dsp:cNvSpPr/>
      </dsp:nvSpPr>
      <dsp:spPr>
        <a:xfrm>
          <a:off x="8539116" y="1540994"/>
          <a:ext cx="2189053" cy="18055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05DE19-2DB6-455C-83CA-1817D0522161}">
      <dsp:nvSpPr>
        <dsp:cNvPr id="0" name=""/>
        <dsp:cNvSpPr/>
      </dsp:nvSpPr>
      <dsp:spPr>
        <a:xfrm>
          <a:off x="9025572" y="1154099"/>
          <a:ext cx="1945825" cy="7737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Human expert validates the final output</a:t>
          </a:r>
        </a:p>
      </dsp:txBody>
      <dsp:txXfrm>
        <a:off x="9048236" y="1176763"/>
        <a:ext cx="1900497" cy="728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5713C6-F98A-42EC-BA0F-DADB4026387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7E3A7-4AEB-446C-B715-38E78DB78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4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focus is on supporting hazard key formulation in CT system risk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7E3A7-4AEB-446C-B715-38E78DB78C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47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7E3A7-4AEB-446C-B715-38E78DB78C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0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An LLM’s knowledge is fixed at the time it was trained and does not update automatically with new information or during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7E3A7-4AEB-446C-B715-38E78DB78CF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54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FAISS stands for Facebook AI Similarity Search. It is a library for efficient similarity search and clustering of dense vectors. Because FAISS enables semantic similarity search rather than keyword matching, which is necessary for capturing meaning in safety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7E3A7-4AEB-446C-B715-38E78DB78CF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38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41E4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 spc="-10"/>
              <a:t>Feb 5th 2026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/>
              <a:t>Technische Fakultät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1E4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 spc="-10"/>
              <a:t>Feb 5th 2026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/>
              <a:t>Technische Fakultät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1E4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 spc="-10"/>
              <a:t>Feb 5th 2026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/>
              <a:t>Technische Fakultät</a:t>
            </a:r>
            <a:endParaRPr spc="-1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8B9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14350" y="6534150"/>
            <a:ext cx="11677650" cy="19050"/>
          </a:xfrm>
          <a:custGeom>
            <a:avLst/>
            <a:gdLst/>
            <a:ahLst/>
            <a:cxnLst/>
            <a:rect l="l" t="t" r="r" b="b"/>
            <a:pathLst>
              <a:path w="11677650" h="19050">
                <a:moveTo>
                  <a:pt x="11677650" y="0"/>
                </a:moveTo>
                <a:lnTo>
                  <a:pt x="0" y="0"/>
                </a:lnTo>
                <a:lnTo>
                  <a:pt x="0" y="19050"/>
                </a:lnTo>
                <a:lnTo>
                  <a:pt x="11677650" y="19050"/>
                </a:lnTo>
                <a:lnTo>
                  <a:pt x="11677650" y="0"/>
                </a:lnTo>
                <a:close/>
              </a:path>
            </a:pathLst>
          </a:custGeom>
          <a:solidFill>
            <a:srgbClr val="2E57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14350" y="1200150"/>
            <a:ext cx="11677650" cy="66675"/>
          </a:xfrm>
          <a:custGeom>
            <a:avLst/>
            <a:gdLst/>
            <a:ahLst/>
            <a:cxnLst/>
            <a:rect l="l" t="t" r="r" b="b"/>
            <a:pathLst>
              <a:path w="11677650" h="66675">
                <a:moveTo>
                  <a:pt x="11677650" y="0"/>
                </a:moveTo>
                <a:lnTo>
                  <a:pt x="0" y="0"/>
                </a:lnTo>
                <a:lnTo>
                  <a:pt x="0" y="66675"/>
                </a:lnTo>
                <a:lnTo>
                  <a:pt x="11677650" y="66675"/>
                </a:lnTo>
                <a:lnTo>
                  <a:pt x="11677650" y="0"/>
                </a:lnTo>
                <a:close/>
              </a:path>
            </a:pathLst>
          </a:custGeom>
          <a:solidFill>
            <a:srgbClr val="2E576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50" y="295275"/>
            <a:ext cx="2381250" cy="29527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0277475" y="304800"/>
            <a:ext cx="1400175" cy="533400"/>
          </a:xfrm>
          <a:custGeom>
            <a:avLst/>
            <a:gdLst/>
            <a:ahLst/>
            <a:cxnLst/>
            <a:rect l="l" t="t" r="r" b="b"/>
            <a:pathLst>
              <a:path w="1400175" h="533400">
                <a:moveTo>
                  <a:pt x="27050" y="22732"/>
                </a:moveTo>
                <a:lnTo>
                  <a:pt x="0" y="49783"/>
                </a:lnTo>
                <a:lnTo>
                  <a:pt x="0" y="513588"/>
                </a:lnTo>
                <a:lnTo>
                  <a:pt x="27050" y="513588"/>
                </a:lnTo>
                <a:lnTo>
                  <a:pt x="27050" y="22732"/>
                </a:lnTo>
                <a:close/>
              </a:path>
              <a:path w="1400175" h="533400">
                <a:moveTo>
                  <a:pt x="353441" y="351409"/>
                </a:moveTo>
                <a:lnTo>
                  <a:pt x="54228" y="351409"/>
                </a:lnTo>
                <a:lnTo>
                  <a:pt x="54228" y="513588"/>
                </a:lnTo>
                <a:lnTo>
                  <a:pt x="81279" y="513588"/>
                </a:lnTo>
                <a:lnTo>
                  <a:pt x="81279" y="378460"/>
                </a:lnTo>
                <a:lnTo>
                  <a:pt x="353441" y="378460"/>
                </a:lnTo>
                <a:lnTo>
                  <a:pt x="353441" y="351409"/>
                </a:lnTo>
                <a:close/>
              </a:path>
              <a:path w="1400175" h="533400">
                <a:moveTo>
                  <a:pt x="621410" y="32130"/>
                </a:moveTo>
                <a:lnTo>
                  <a:pt x="417956" y="513588"/>
                </a:lnTo>
                <a:lnTo>
                  <a:pt x="445007" y="513588"/>
                </a:lnTo>
                <a:lnTo>
                  <a:pt x="525145" y="324358"/>
                </a:lnTo>
                <a:lnTo>
                  <a:pt x="798829" y="324358"/>
                </a:lnTo>
                <a:lnTo>
                  <a:pt x="787422" y="297307"/>
                </a:lnTo>
                <a:lnTo>
                  <a:pt x="536575" y="297307"/>
                </a:lnTo>
                <a:lnTo>
                  <a:pt x="621410" y="96392"/>
                </a:lnTo>
                <a:lnTo>
                  <a:pt x="648525" y="96392"/>
                </a:lnTo>
                <a:lnTo>
                  <a:pt x="621410" y="32130"/>
                </a:lnTo>
                <a:close/>
              </a:path>
              <a:path w="1400175" h="533400">
                <a:moveTo>
                  <a:pt x="810259" y="351409"/>
                </a:moveTo>
                <a:lnTo>
                  <a:pt x="540893" y="351409"/>
                </a:lnTo>
                <a:lnTo>
                  <a:pt x="472313" y="513588"/>
                </a:lnTo>
                <a:lnTo>
                  <a:pt x="499491" y="513588"/>
                </a:lnTo>
                <a:lnTo>
                  <a:pt x="533653" y="432435"/>
                </a:lnTo>
                <a:lnTo>
                  <a:pt x="790249" y="432435"/>
                </a:lnTo>
                <a:lnTo>
                  <a:pt x="778891" y="405511"/>
                </a:lnTo>
                <a:lnTo>
                  <a:pt x="545083" y="405511"/>
                </a:lnTo>
                <a:lnTo>
                  <a:pt x="556514" y="378460"/>
                </a:lnTo>
                <a:lnTo>
                  <a:pt x="821677" y="378460"/>
                </a:lnTo>
                <a:lnTo>
                  <a:pt x="810259" y="351409"/>
                </a:lnTo>
                <a:close/>
              </a:path>
              <a:path w="1400175" h="533400">
                <a:moveTo>
                  <a:pt x="790249" y="432435"/>
                </a:moveTo>
                <a:lnTo>
                  <a:pt x="763270" y="432435"/>
                </a:lnTo>
                <a:lnTo>
                  <a:pt x="797432" y="513588"/>
                </a:lnTo>
                <a:lnTo>
                  <a:pt x="824483" y="513588"/>
                </a:lnTo>
                <a:lnTo>
                  <a:pt x="790249" y="432435"/>
                </a:lnTo>
                <a:close/>
              </a:path>
              <a:path w="1400175" h="533400">
                <a:moveTo>
                  <a:pt x="821677" y="378460"/>
                </a:moveTo>
                <a:lnTo>
                  <a:pt x="794639" y="378460"/>
                </a:lnTo>
                <a:lnTo>
                  <a:pt x="851661" y="513588"/>
                </a:lnTo>
                <a:lnTo>
                  <a:pt x="878713" y="513588"/>
                </a:lnTo>
                <a:lnTo>
                  <a:pt x="821677" y="378460"/>
                </a:lnTo>
                <a:close/>
              </a:path>
              <a:path w="1400175" h="533400">
                <a:moveTo>
                  <a:pt x="607822" y="0"/>
                </a:moveTo>
                <a:lnTo>
                  <a:pt x="580771" y="0"/>
                </a:lnTo>
                <a:lnTo>
                  <a:pt x="381634" y="471170"/>
                </a:lnTo>
                <a:lnTo>
                  <a:pt x="398906" y="494538"/>
                </a:lnTo>
                <a:lnTo>
                  <a:pt x="607822" y="0"/>
                </a:lnTo>
                <a:close/>
              </a:path>
              <a:path w="1400175" h="533400">
                <a:moveTo>
                  <a:pt x="716152" y="0"/>
                </a:moveTo>
                <a:lnTo>
                  <a:pt x="689101" y="0"/>
                </a:lnTo>
                <a:lnTo>
                  <a:pt x="897763" y="494538"/>
                </a:lnTo>
                <a:lnTo>
                  <a:pt x="914907" y="471170"/>
                </a:lnTo>
                <a:lnTo>
                  <a:pt x="716152" y="0"/>
                </a:lnTo>
                <a:close/>
              </a:path>
              <a:path w="1400175" h="533400">
                <a:moveTo>
                  <a:pt x="135508" y="378460"/>
                </a:moveTo>
                <a:lnTo>
                  <a:pt x="108330" y="378460"/>
                </a:lnTo>
                <a:lnTo>
                  <a:pt x="108330" y="490854"/>
                </a:lnTo>
                <a:lnTo>
                  <a:pt x="135508" y="463803"/>
                </a:lnTo>
                <a:lnTo>
                  <a:pt x="135508" y="378460"/>
                </a:lnTo>
                <a:close/>
              </a:path>
              <a:path w="1400175" h="533400">
                <a:moveTo>
                  <a:pt x="406400" y="0"/>
                </a:moveTo>
                <a:lnTo>
                  <a:pt x="54228" y="0"/>
                </a:lnTo>
                <a:lnTo>
                  <a:pt x="54228" y="324358"/>
                </a:lnTo>
                <a:lnTo>
                  <a:pt x="353441" y="324358"/>
                </a:lnTo>
                <a:lnTo>
                  <a:pt x="353441" y="297307"/>
                </a:lnTo>
                <a:lnTo>
                  <a:pt x="81279" y="297307"/>
                </a:lnTo>
                <a:lnTo>
                  <a:pt x="81279" y="27050"/>
                </a:lnTo>
                <a:lnTo>
                  <a:pt x="406400" y="27050"/>
                </a:lnTo>
                <a:lnTo>
                  <a:pt x="406400" y="0"/>
                </a:lnTo>
                <a:close/>
              </a:path>
              <a:path w="1400175" h="533400">
                <a:moveTo>
                  <a:pt x="648525" y="96392"/>
                </a:moveTo>
                <a:lnTo>
                  <a:pt x="621410" y="96392"/>
                </a:lnTo>
                <a:lnTo>
                  <a:pt x="635000" y="128524"/>
                </a:lnTo>
                <a:lnTo>
                  <a:pt x="563752" y="297307"/>
                </a:lnTo>
                <a:lnTo>
                  <a:pt x="590803" y="297307"/>
                </a:lnTo>
                <a:lnTo>
                  <a:pt x="648461" y="160654"/>
                </a:lnTo>
                <a:lnTo>
                  <a:pt x="675639" y="160654"/>
                </a:lnTo>
                <a:lnTo>
                  <a:pt x="648525" y="96392"/>
                </a:lnTo>
                <a:close/>
              </a:path>
              <a:path w="1400175" h="533400">
                <a:moveTo>
                  <a:pt x="675639" y="160654"/>
                </a:moveTo>
                <a:lnTo>
                  <a:pt x="648461" y="160654"/>
                </a:lnTo>
                <a:lnTo>
                  <a:pt x="706247" y="297307"/>
                </a:lnTo>
                <a:lnTo>
                  <a:pt x="733298" y="297307"/>
                </a:lnTo>
                <a:lnTo>
                  <a:pt x="675639" y="160654"/>
                </a:lnTo>
                <a:close/>
              </a:path>
              <a:path w="1400175" h="533400">
                <a:moveTo>
                  <a:pt x="662051" y="0"/>
                </a:moveTo>
                <a:lnTo>
                  <a:pt x="634873" y="0"/>
                </a:lnTo>
                <a:lnTo>
                  <a:pt x="760349" y="297307"/>
                </a:lnTo>
                <a:lnTo>
                  <a:pt x="787422" y="297307"/>
                </a:lnTo>
                <a:lnTo>
                  <a:pt x="662051" y="0"/>
                </a:lnTo>
                <a:close/>
              </a:path>
              <a:path w="1400175" h="533400">
                <a:moveTo>
                  <a:pt x="406400" y="54101"/>
                </a:moveTo>
                <a:lnTo>
                  <a:pt x="108330" y="54101"/>
                </a:lnTo>
                <a:lnTo>
                  <a:pt x="108330" y="270255"/>
                </a:lnTo>
                <a:lnTo>
                  <a:pt x="367410" y="270255"/>
                </a:lnTo>
                <a:lnTo>
                  <a:pt x="394207" y="243332"/>
                </a:lnTo>
                <a:lnTo>
                  <a:pt x="135508" y="243332"/>
                </a:lnTo>
                <a:lnTo>
                  <a:pt x="135508" y="135127"/>
                </a:lnTo>
                <a:lnTo>
                  <a:pt x="356743" y="135127"/>
                </a:lnTo>
                <a:lnTo>
                  <a:pt x="383794" y="108076"/>
                </a:lnTo>
                <a:lnTo>
                  <a:pt x="135508" y="108076"/>
                </a:lnTo>
                <a:lnTo>
                  <a:pt x="135508" y="81152"/>
                </a:lnTo>
                <a:lnTo>
                  <a:pt x="406400" y="81152"/>
                </a:lnTo>
                <a:lnTo>
                  <a:pt x="406400" y="54101"/>
                </a:lnTo>
                <a:close/>
              </a:path>
              <a:path w="1400175" h="533400">
                <a:moveTo>
                  <a:pt x="966724" y="22732"/>
                </a:moveTo>
                <a:lnTo>
                  <a:pt x="939673" y="49783"/>
                </a:lnTo>
                <a:lnTo>
                  <a:pt x="939732" y="337947"/>
                </a:lnTo>
                <a:lnTo>
                  <a:pt x="945006" y="383294"/>
                </a:lnTo>
                <a:lnTo>
                  <a:pt x="960318" y="425274"/>
                </a:lnTo>
                <a:lnTo>
                  <a:pt x="984299" y="461592"/>
                </a:lnTo>
                <a:lnTo>
                  <a:pt x="1015763" y="491542"/>
                </a:lnTo>
                <a:lnTo>
                  <a:pt x="1053491" y="514144"/>
                </a:lnTo>
                <a:lnTo>
                  <a:pt x="1096267" y="528423"/>
                </a:lnTo>
                <a:lnTo>
                  <a:pt x="1142873" y="533400"/>
                </a:lnTo>
                <a:lnTo>
                  <a:pt x="1169924" y="533400"/>
                </a:lnTo>
                <a:lnTo>
                  <a:pt x="1211540" y="529627"/>
                </a:lnTo>
                <a:lnTo>
                  <a:pt x="1252513" y="518481"/>
                </a:lnTo>
                <a:lnTo>
                  <a:pt x="1277226" y="506857"/>
                </a:lnTo>
                <a:lnTo>
                  <a:pt x="1142873" y="506857"/>
                </a:lnTo>
                <a:lnTo>
                  <a:pt x="1096046" y="501007"/>
                </a:lnTo>
                <a:lnTo>
                  <a:pt x="1053968" y="484363"/>
                </a:lnTo>
                <a:lnTo>
                  <a:pt x="1018317" y="458279"/>
                </a:lnTo>
                <a:lnTo>
                  <a:pt x="990774" y="424109"/>
                </a:lnTo>
                <a:lnTo>
                  <a:pt x="973053" y="383294"/>
                </a:lnTo>
                <a:lnTo>
                  <a:pt x="966862" y="337947"/>
                </a:lnTo>
                <a:lnTo>
                  <a:pt x="966793" y="337438"/>
                </a:lnTo>
                <a:lnTo>
                  <a:pt x="966724" y="22732"/>
                </a:lnTo>
                <a:close/>
              </a:path>
              <a:path w="1400175" h="533400">
                <a:moveTo>
                  <a:pt x="1345946" y="0"/>
                </a:moveTo>
                <a:lnTo>
                  <a:pt x="1318895" y="0"/>
                </a:lnTo>
                <a:lnTo>
                  <a:pt x="1318825" y="337438"/>
                </a:lnTo>
                <a:lnTo>
                  <a:pt x="1313807" y="374348"/>
                </a:lnTo>
                <a:lnTo>
                  <a:pt x="1294849" y="424109"/>
                </a:lnTo>
                <a:lnTo>
                  <a:pt x="1267317" y="458279"/>
                </a:lnTo>
                <a:lnTo>
                  <a:pt x="1231688" y="484363"/>
                </a:lnTo>
                <a:lnTo>
                  <a:pt x="1189646" y="501007"/>
                </a:lnTo>
                <a:lnTo>
                  <a:pt x="1142873" y="506857"/>
                </a:lnTo>
                <a:lnTo>
                  <a:pt x="1277226" y="506857"/>
                </a:lnTo>
                <a:lnTo>
                  <a:pt x="1291332" y="500221"/>
                </a:lnTo>
                <a:lnTo>
                  <a:pt x="1301420" y="493013"/>
                </a:lnTo>
                <a:lnTo>
                  <a:pt x="1265301" y="493013"/>
                </a:lnTo>
                <a:lnTo>
                  <a:pt x="1264666" y="492251"/>
                </a:lnTo>
                <a:lnTo>
                  <a:pt x="1298261" y="460668"/>
                </a:lnTo>
                <a:lnTo>
                  <a:pt x="1323879" y="424561"/>
                </a:lnTo>
                <a:lnTo>
                  <a:pt x="1340211" y="383595"/>
                </a:lnTo>
                <a:lnTo>
                  <a:pt x="1345882" y="337947"/>
                </a:lnTo>
                <a:lnTo>
                  <a:pt x="1345946" y="0"/>
                </a:lnTo>
                <a:close/>
              </a:path>
              <a:path w="1400175" h="533400">
                <a:moveTo>
                  <a:pt x="1400175" y="0"/>
                </a:moveTo>
                <a:lnTo>
                  <a:pt x="1373124" y="0"/>
                </a:lnTo>
                <a:lnTo>
                  <a:pt x="1373088" y="311276"/>
                </a:lnTo>
                <a:lnTo>
                  <a:pt x="1369152" y="353013"/>
                </a:lnTo>
                <a:lnTo>
                  <a:pt x="1356965" y="392281"/>
                </a:lnTo>
                <a:lnTo>
                  <a:pt x="1335843" y="429146"/>
                </a:lnTo>
                <a:lnTo>
                  <a:pt x="1305482" y="462722"/>
                </a:lnTo>
                <a:lnTo>
                  <a:pt x="1265301" y="493013"/>
                </a:lnTo>
                <a:lnTo>
                  <a:pt x="1301420" y="493013"/>
                </a:lnTo>
                <a:lnTo>
                  <a:pt x="1356455" y="443396"/>
                </a:lnTo>
                <a:lnTo>
                  <a:pt x="1379735" y="405348"/>
                </a:lnTo>
                <a:lnTo>
                  <a:pt x="1394813" y="361222"/>
                </a:lnTo>
                <a:lnTo>
                  <a:pt x="1400175" y="311276"/>
                </a:lnTo>
                <a:lnTo>
                  <a:pt x="1400175" y="0"/>
                </a:lnTo>
                <a:close/>
              </a:path>
              <a:path w="1400175" h="533400">
                <a:moveTo>
                  <a:pt x="1020952" y="0"/>
                </a:moveTo>
                <a:lnTo>
                  <a:pt x="993775" y="0"/>
                </a:lnTo>
                <a:lnTo>
                  <a:pt x="993796" y="337947"/>
                </a:lnTo>
                <a:lnTo>
                  <a:pt x="1001602" y="383294"/>
                </a:lnTo>
                <a:lnTo>
                  <a:pt x="1001714" y="383944"/>
                </a:lnTo>
                <a:lnTo>
                  <a:pt x="1022931" y="423076"/>
                </a:lnTo>
                <a:lnTo>
                  <a:pt x="1055139" y="453345"/>
                </a:lnTo>
                <a:lnTo>
                  <a:pt x="1095924" y="472878"/>
                </a:lnTo>
                <a:lnTo>
                  <a:pt x="1142873" y="479805"/>
                </a:lnTo>
                <a:lnTo>
                  <a:pt x="1189530" y="472878"/>
                </a:lnTo>
                <a:lnTo>
                  <a:pt x="1189790" y="472878"/>
                </a:lnTo>
                <a:lnTo>
                  <a:pt x="1230771" y="453142"/>
                </a:lnTo>
                <a:lnTo>
                  <a:pt x="1231180" y="452754"/>
                </a:lnTo>
                <a:lnTo>
                  <a:pt x="1142873" y="452754"/>
                </a:lnTo>
                <a:lnTo>
                  <a:pt x="1095676" y="444156"/>
                </a:lnTo>
                <a:lnTo>
                  <a:pt x="1057052" y="420258"/>
                </a:lnTo>
                <a:lnTo>
                  <a:pt x="1030885" y="383944"/>
                </a:lnTo>
                <a:lnTo>
                  <a:pt x="1030791" y="383595"/>
                </a:lnTo>
                <a:lnTo>
                  <a:pt x="1020952" y="337947"/>
                </a:lnTo>
                <a:lnTo>
                  <a:pt x="1020952" y="0"/>
                </a:lnTo>
                <a:close/>
              </a:path>
              <a:path w="1400175" h="533400">
                <a:moveTo>
                  <a:pt x="1281531" y="388238"/>
                </a:moveTo>
                <a:lnTo>
                  <a:pt x="1253490" y="388238"/>
                </a:lnTo>
                <a:lnTo>
                  <a:pt x="1254125" y="389127"/>
                </a:lnTo>
                <a:lnTo>
                  <a:pt x="1234920" y="415678"/>
                </a:lnTo>
                <a:lnTo>
                  <a:pt x="1209548" y="435705"/>
                </a:lnTo>
                <a:lnTo>
                  <a:pt x="1178651" y="448349"/>
                </a:lnTo>
                <a:lnTo>
                  <a:pt x="1142873" y="452754"/>
                </a:lnTo>
                <a:lnTo>
                  <a:pt x="1231180" y="452754"/>
                </a:lnTo>
                <a:lnTo>
                  <a:pt x="1263016" y="422665"/>
                </a:lnTo>
                <a:lnTo>
                  <a:pt x="1281531" y="388238"/>
                </a:lnTo>
                <a:close/>
              </a:path>
              <a:path w="1400175" h="533400">
                <a:moveTo>
                  <a:pt x="1075054" y="0"/>
                </a:moveTo>
                <a:lnTo>
                  <a:pt x="1048003" y="0"/>
                </a:lnTo>
                <a:lnTo>
                  <a:pt x="1048082" y="311276"/>
                </a:lnTo>
                <a:lnTo>
                  <a:pt x="1057588" y="357177"/>
                </a:lnTo>
                <a:lnTo>
                  <a:pt x="1083722" y="393493"/>
                </a:lnTo>
                <a:lnTo>
                  <a:pt x="1122477" y="417212"/>
                </a:lnTo>
                <a:lnTo>
                  <a:pt x="1169924" y="425703"/>
                </a:lnTo>
                <a:lnTo>
                  <a:pt x="1191428" y="423207"/>
                </a:lnTo>
                <a:lnTo>
                  <a:pt x="1213564" y="415924"/>
                </a:lnTo>
                <a:lnTo>
                  <a:pt x="1234771" y="404165"/>
                </a:lnTo>
                <a:lnTo>
                  <a:pt x="1241250" y="398652"/>
                </a:lnTo>
                <a:lnTo>
                  <a:pt x="1169924" y="398652"/>
                </a:lnTo>
                <a:lnTo>
                  <a:pt x="1133026" y="392281"/>
                </a:lnTo>
                <a:lnTo>
                  <a:pt x="1102867" y="374348"/>
                </a:lnTo>
                <a:lnTo>
                  <a:pt x="1082520" y="346628"/>
                </a:lnTo>
                <a:lnTo>
                  <a:pt x="1075134" y="311276"/>
                </a:lnTo>
                <a:lnTo>
                  <a:pt x="1075054" y="0"/>
                </a:lnTo>
                <a:close/>
              </a:path>
              <a:path w="1400175" h="533400">
                <a:moveTo>
                  <a:pt x="1291844" y="22732"/>
                </a:moveTo>
                <a:lnTo>
                  <a:pt x="1264666" y="49783"/>
                </a:lnTo>
                <a:lnTo>
                  <a:pt x="1264586" y="311276"/>
                </a:lnTo>
                <a:lnTo>
                  <a:pt x="1257220" y="346628"/>
                </a:lnTo>
                <a:lnTo>
                  <a:pt x="1236916" y="374348"/>
                </a:lnTo>
                <a:lnTo>
                  <a:pt x="1206801" y="392281"/>
                </a:lnTo>
                <a:lnTo>
                  <a:pt x="1169924" y="398652"/>
                </a:lnTo>
                <a:lnTo>
                  <a:pt x="1241250" y="398652"/>
                </a:lnTo>
                <a:lnTo>
                  <a:pt x="1253490" y="388238"/>
                </a:lnTo>
                <a:lnTo>
                  <a:pt x="1281531" y="388238"/>
                </a:lnTo>
                <a:lnTo>
                  <a:pt x="1284190" y="383294"/>
                </a:lnTo>
                <a:lnTo>
                  <a:pt x="1291676" y="337947"/>
                </a:lnTo>
                <a:lnTo>
                  <a:pt x="1291760" y="337438"/>
                </a:lnTo>
                <a:lnTo>
                  <a:pt x="1291844" y="22732"/>
                </a:lnTo>
                <a:close/>
              </a:path>
            </a:pathLst>
          </a:custGeom>
          <a:solidFill>
            <a:srgbClr val="041E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1E4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 spc="-10"/>
              <a:t>Feb 5th 2026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/>
              <a:t>Technische Fakultät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 spc="-10"/>
              <a:t>Feb 5th 2026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/>
              <a:t>Technische Fakultät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14350" y="1200150"/>
            <a:ext cx="11677650" cy="66675"/>
          </a:xfrm>
          <a:custGeom>
            <a:avLst/>
            <a:gdLst/>
            <a:ahLst/>
            <a:cxnLst/>
            <a:rect l="l" t="t" r="r" b="b"/>
            <a:pathLst>
              <a:path w="11677650" h="66675">
                <a:moveTo>
                  <a:pt x="11677650" y="0"/>
                </a:moveTo>
                <a:lnTo>
                  <a:pt x="0" y="0"/>
                </a:lnTo>
                <a:lnTo>
                  <a:pt x="0" y="66675"/>
                </a:lnTo>
                <a:lnTo>
                  <a:pt x="11677650" y="66675"/>
                </a:lnTo>
                <a:lnTo>
                  <a:pt x="11677650" y="0"/>
                </a:lnTo>
                <a:close/>
              </a:path>
            </a:pathLst>
          </a:custGeom>
          <a:solidFill>
            <a:srgbClr val="8B9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14350" y="6534150"/>
            <a:ext cx="11677650" cy="19050"/>
          </a:xfrm>
          <a:custGeom>
            <a:avLst/>
            <a:gdLst/>
            <a:ahLst/>
            <a:cxnLst/>
            <a:rect l="l" t="t" r="r" b="b"/>
            <a:pathLst>
              <a:path w="11677650" h="19050">
                <a:moveTo>
                  <a:pt x="11677650" y="0"/>
                </a:moveTo>
                <a:lnTo>
                  <a:pt x="0" y="0"/>
                </a:lnTo>
                <a:lnTo>
                  <a:pt x="0" y="19050"/>
                </a:lnTo>
                <a:lnTo>
                  <a:pt x="11677650" y="19050"/>
                </a:lnTo>
                <a:lnTo>
                  <a:pt x="11677650" y="0"/>
                </a:lnTo>
                <a:close/>
              </a:path>
            </a:pathLst>
          </a:custGeom>
          <a:solidFill>
            <a:srgbClr val="8B9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591800" y="295275"/>
            <a:ext cx="1085850" cy="419100"/>
          </a:xfrm>
          <a:custGeom>
            <a:avLst/>
            <a:gdLst/>
            <a:ahLst/>
            <a:cxnLst/>
            <a:rect l="l" t="t" r="r" b="b"/>
            <a:pathLst>
              <a:path w="1085850" h="419100">
                <a:moveTo>
                  <a:pt x="20954" y="17779"/>
                </a:moveTo>
                <a:lnTo>
                  <a:pt x="0" y="39116"/>
                </a:lnTo>
                <a:lnTo>
                  <a:pt x="0" y="403478"/>
                </a:lnTo>
                <a:lnTo>
                  <a:pt x="20954" y="403478"/>
                </a:lnTo>
                <a:lnTo>
                  <a:pt x="20954" y="17779"/>
                </a:lnTo>
                <a:close/>
              </a:path>
              <a:path w="1085850" h="419100">
                <a:moveTo>
                  <a:pt x="274066" y="276098"/>
                </a:moveTo>
                <a:lnTo>
                  <a:pt x="42036" y="276098"/>
                </a:lnTo>
                <a:lnTo>
                  <a:pt x="42036" y="403478"/>
                </a:lnTo>
                <a:lnTo>
                  <a:pt x="62992" y="403478"/>
                </a:lnTo>
                <a:lnTo>
                  <a:pt x="62992" y="297307"/>
                </a:lnTo>
                <a:lnTo>
                  <a:pt x="274066" y="297307"/>
                </a:lnTo>
                <a:lnTo>
                  <a:pt x="274066" y="276098"/>
                </a:lnTo>
                <a:close/>
              </a:path>
              <a:path w="1085850" h="419100">
                <a:moveTo>
                  <a:pt x="481838" y="25273"/>
                </a:moveTo>
                <a:lnTo>
                  <a:pt x="324103" y="403478"/>
                </a:lnTo>
                <a:lnTo>
                  <a:pt x="345058" y="403478"/>
                </a:lnTo>
                <a:lnTo>
                  <a:pt x="407289" y="254888"/>
                </a:lnTo>
                <a:lnTo>
                  <a:pt x="619505" y="254888"/>
                </a:lnTo>
                <a:lnTo>
                  <a:pt x="610671" y="233679"/>
                </a:lnTo>
                <a:lnTo>
                  <a:pt x="416051" y="233679"/>
                </a:lnTo>
                <a:lnTo>
                  <a:pt x="481965" y="75819"/>
                </a:lnTo>
                <a:lnTo>
                  <a:pt x="502906" y="75819"/>
                </a:lnTo>
                <a:lnTo>
                  <a:pt x="481838" y="25273"/>
                </a:lnTo>
                <a:close/>
              </a:path>
              <a:path w="1085850" h="419100">
                <a:moveTo>
                  <a:pt x="628396" y="276098"/>
                </a:moveTo>
                <a:lnTo>
                  <a:pt x="419480" y="276098"/>
                </a:lnTo>
                <a:lnTo>
                  <a:pt x="366268" y="403478"/>
                </a:lnTo>
                <a:lnTo>
                  <a:pt x="387350" y="403478"/>
                </a:lnTo>
                <a:lnTo>
                  <a:pt x="413893" y="339851"/>
                </a:lnTo>
                <a:lnTo>
                  <a:pt x="612909" y="339851"/>
                </a:lnTo>
                <a:lnTo>
                  <a:pt x="604011" y="318515"/>
                </a:lnTo>
                <a:lnTo>
                  <a:pt x="422782" y="318515"/>
                </a:lnTo>
                <a:lnTo>
                  <a:pt x="431546" y="297307"/>
                </a:lnTo>
                <a:lnTo>
                  <a:pt x="637234" y="297307"/>
                </a:lnTo>
                <a:lnTo>
                  <a:pt x="628396" y="276098"/>
                </a:lnTo>
                <a:close/>
              </a:path>
              <a:path w="1085850" h="419100">
                <a:moveTo>
                  <a:pt x="612909" y="339851"/>
                </a:moveTo>
                <a:lnTo>
                  <a:pt x="591820" y="339851"/>
                </a:lnTo>
                <a:lnTo>
                  <a:pt x="618363" y="403478"/>
                </a:lnTo>
                <a:lnTo>
                  <a:pt x="639445" y="403478"/>
                </a:lnTo>
                <a:lnTo>
                  <a:pt x="612909" y="339851"/>
                </a:lnTo>
                <a:close/>
              </a:path>
              <a:path w="1085850" h="419100">
                <a:moveTo>
                  <a:pt x="637234" y="297307"/>
                </a:moveTo>
                <a:lnTo>
                  <a:pt x="616203" y="297307"/>
                </a:lnTo>
                <a:lnTo>
                  <a:pt x="660400" y="403478"/>
                </a:lnTo>
                <a:lnTo>
                  <a:pt x="681481" y="403478"/>
                </a:lnTo>
                <a:lnTo>
                  <a:pt x="637234" y="297307"/>
                </a:lnTo>
                <a:close/>
              </a:path>
              <a:path w="1085850" h="419100">
                <a:moveTo>
                  <a:pt x="471297" y="0"/>
                </a:moveTo>
                <a:lnTo>
                  <a:pt x="450342" y="0"/>
                </a:lnTo>
                <a:lnTo>
                  <a:pt x="295909" y="370204"/>
                </a:lnTo>
                <a:lnTo>
                  <a:pt x="309372" y="388620"/>
                </a:lnTo>
                <a:lnTo>
                  <a:pt x="471297" y="0"/>
                </a:lnTo>
                <a:close/>
              </a:path>
              <a:path w="1085850" h="419100">
                <a:moveTo>
                  <a:pt x="555371" y="0"/>
                </a:moveTo>
                <a:lnTo>
                  <a:pt x="534416" y="0"/>
                </a:lnTo>
                <a:lnTo>
                  <a:pt x="696214" y="388620"/>
                </a:lnTo>
                <a:lnTo>
                  <a:pt x="709549" y="370204"/>
                </a:lnTo>
                <a:lnTo>
                  <a:pt x="555371" y="0"/>
                </a:lnTo>
                <a:close/>
              </a:path>
              <a:path w="1085850" h="419100">
                <a:moveTo>
                  <a:pt x="105028" y="297307"/>
                </a:moveTo>
                <a:lnTo>
                  <a:pt x="84074" y="297307"/>
                </a:lnTo>
                <a:lnTo>
                  <a:pt x="84074" y="385699"/>
                </a:lnTo>
                <a:lnTo>
                  <a:pt x="105028" y="364489"/>
                </a:lnTo>
                <a:lnTo>
                  <a:pt x="105028" y="297307"/>
                </a:lnTo>
                <a:close/>
              </a:path>
              <a:path w="1085850" h="419100">
                <a:moveTo>
                  <a:pt x="315086" y="0"/>
                </a:moveTo>
                <a:lnTo>
                  <a:pt x="42036" y="0"/>
                </a:lnTo>
                <a:lnTo>
                  <a:pt x="42036" y="254888"/>
                </a:lnTo>
                <a:lnTo>
                  <a:pt x="274066" y="254888"/>
                </a:lnTo>
                <a:lnTo>
                  <a:pt x="274066" y="233679"/>
                </a:lnTo>
                <a:lnTo>
                  <a:pt x="62992" y="233679"/>
                </a:lnTo>
                <a:lnTo>
                  <a:pt x="62992" y="21208"/>
                </a:lnTo>
                <a:lnTo>
                  <a:pt x="315086" y="21208"/>
                </a:lnTo>
                <a:lnTo>
                  <a:pt x="315086" y="0"/>
                </a:lnTo>
                <a:close/>
              </a:path>
              <a:path w="1085850" h="419100">
                <a:moveTo>
                  <a:pt x="502906" y="75819"/>
                </a:moveTo>
                <a:lnTo>
                  <a:pt x="481965" y="75819"/>
                </a:lnTo>
                <a:lnTo>
                  <a:pt x="492378" y="100964"/>
                </a:lnTo>
                <a:lnTo>
                  <a:pt x="437133" y="233679"/>
                </a:lnTo>
                <a:lnTo>
                  <a:pt x="458216" y="233679"/>
                </a:lnTo>
                <a:lnTo>
                  <a:pt x="502920" y="126237"/>
                </a:lnTo>
                <a:lnTo>
                  <a:pt x="523922" y="126237"/>
                </a:lnTo>
                <a:lnTo>
                  <a:pt x="502906" y="75819"/>
                </a:lnTo>
                <a:close/>
              </a:path>
              <a:path w="1085850" h="419100">
                <a:moveTo>
                  <a:pt x="523922" y="126237"/>
                </a:moveTo>
                <a:lnTo>
                  <a:pt x="502920" y="126237"/>
                </a:lnTo>
                <a:lnTo>
                  <a:pt x="547624" y="233679"/>
                </a:lnTo>
                <a:lnTo>
                  <a:pt x="568705" y="233679"/>
                </a:lnTo>
                <a:lnTo>
                  <a:pt x="523922" y="126237"/>
                </a:lnTo>
                <a:close/>
              </a:path>
              <a:path w="1085850" h="419100">
                <a:moveTo>
                  <a:pt x="513333" y="0"/>
                </a:moveTo>
                <a:lnTo>
                  <a:pt x="492378" y="0"/>
                </a:lnTo>
                <a:lnTo>
                  <a:pt x="589660" y="233679"/>
                </a:lnTo>
                <a:lnTo>
                  <a:pt x="610671" y="233679"/>
                </a:lnTo>
                <a:lnTo>
                  <a:pt x="513333" y="0"/>
                </a:lnTo>
                <a:close/>
              </a:path>
              <a:path w="1085850" h="419100">
                <a:moveTo>
                  <a:pt x="315086" y="42418"/>
                </a:moveTo>
                <a:lnTo>
                  <a:pt x="84074" y="42418"/>
                </a:lnTo>
                <a:lnTo>
                  <a:pt x="84074" y="212344"/>
                </a:lnTo>
                <a:lnTo>
                  <a:pt x="284988" y="212344"/>
                </a:lnTo>
                <a:lnTo>
                  <a:pt x="305689" y="191135"/>
                </a:lnTo>
                <a:lnTo>
                  <a:pt x="105028" y="191135"/>
                </a:lnTo>
                <a:lnTo>
                  <a:pt x="105028" y="106172"/>
                </a:lnTo>
                <a:lnTo>
                  <a:pt x="276605" y="106172"/>
                </a:lnTo>
                <a:lnTo>
                  <a:pt x="297688" y="84962"/>
                </a:lnTo>
                <a:lnTo>
                  <a:pt x="105028" y="84962"/>
                </a:lnTo>
                <a:lnTo>
                  <a:pt x="105028" y="63753"/>
                </a:lnTo>
                <a:lnTo>
                  <a:pt x="315086" y="63753"/>
                </a:lnTo>
                <a:lnTo>
                  <a:pt x="315086" y="42418"/>
                </a:lnTo>
                <a:close/>
              </a:path>
              <a:path w="1085850" h="419100">
                <a:moveTo>
                  <a:pt x="749680" y="17779"/>
                </a:moveTo>
                <a:lnTo>
                  <a:pt x="728726" y="39116"/>
                </a:lnTo>
                <a:lnTo>
                  <a:pt x="728766" y="265429"/>
                </a:lnTo>
                <a:lnTo>
                  <a:pt x="736753" y="314931"/>
                </a:lnTo>
                <a:lnTo>
                  <a:pt x="759037" y="357181"/>
                </a:lnTo>
                <a:lnTo>
                  <a:pt x="793218" y="390229"/>
                </a:lnTo>
                <a:lnTo>
                  <a:pt x="836487" y="411528"/>
                </a:lnTo>
                <a:lnTo>
                  <a:pt x="886332" y="419100"/>
                </a:lnTo>
                <a:lnTo>
                  <a:pt x="907288" y="419100"/>
                </a:lnTo>
                <a:lnTo>
                  <a:pt x="950280" y="413847"/>
                </a:lnTo>
                <a:lnTo>
                  <a:pt x="991681" y="398413"/>
                </a:lnTo>
                <a:lnTo>
                  <a:pt x="991889" y="398272"/>
                </a:lnTo>
                <a:lnTo>
                  <a:pt x="886332" y="398272"/>
                </a:lnTo>
                <a:lnTo>
                  <a:pt x="843152" y="391705"/>
                </a:lnTo>
                <a:lnTo>
                  <a:pt x="805745" y="373284"/>
                </a:lnTo>
                <a:lnTo>
                  <a:pt x="776056" y="344697"/>
                </a:lnTo>
                <a:lnTo>
                  <a:pt x="756650" y="307937"/>
                </a:lnTo>
                <a:lnTo>
                  <a:pt x="749783" y="265429"/>
                </a:lnTo>
                <a:lnTo>
                  <a:pt x="749680" y="17779"/>
                </a:lnTo>
                <a:close/>
              </a:path>
              <a:path w="1085850" h="419100">
                <a:moveTo>
                  <a:pt x="1043813" y="0"/>
                </a:moveTo>
                <a:lnTo>
                  <a:pt x="1022857" y="0"/>
                </a:lnTo>
                <a:lnTo>
                  <a:pt x="1022755" y="265429"/>
                </a:lnTo>
                <a:lnTo>
                  <a:pt x="1015889" y="307937"/>
                </a:lnTo>
                <a:lnTo>
                  <a:pt x="996490" y="344697"/>
                </a:lnTo>
                <a:lnTo>
                  <a:pt x="966820" y="373284"/>
                </a:lnTo>
                <a:lnTo>
                  <a:pt x="929451" y="391705"/>
                </a:lnTo>
                <a:lnTo>
                  <a:pt x="886332" y="398272"/>
                </a:lnTo>
                <a:lnTo>
                  <a:pt x="991889" y="398272"/>
                </a:lnTo>
                <a:lnTo>
                  <a:pt x="1007986" y="387350"/>
                </a:lnTo>
                <a:lnTo>
                  <a:pt x="981201" y="387350"/>
                </a:lnTo>
                <a:lnTo>
                  <a:pt x="980694" y="386714"/>
                </a:lnTo>
                <a:lnTo>
                  <a:pt x="1026683" y="333517"/>
                </a:lnTo>
                <a:lnTo>
                  <a:pt x="1043781" y="265429"/>
                </a:lnTo>
                <a:lnTo>
                  <a:pt x="1043813" y="0"/>
                </a:lnTo>
                <a:close/>
              </a:path>
              <a:path w="1085850" h="419100">
                <a:moveTo>
                  <a:pt x="1085850" y="0"/>
                </a:moveTo>
                <a:lnTo>
                  <a:pt x="1064895" y="0"/>
                </a:lnTo>
                <a:lnTo>
                  <a:pt x="1064850" y="244601"/>
                </a:lnTo>
                <a:lnTo>
                  <a:pt x="1060051" y="285319"/>
                </a:lnTo>
                <a:lnTo>
                  <a:pt x="1045003" y="323072"/>
                </a:lnTo>
                <a:lnTo>
                  <a:pt x="1018978" y="357181"/>
                </a:lnTo>
                <a:lnTo>
                  <a:pt x="981201" y="387350"/>
                </a:lnTo>
                <a:lnTo>
                  <a:pt x="1007986" y="387350"/>
                </a:lnTo>
                <a:lnTo>
                  <a:pt x="1028715" y="373284"/>
                </a:lnTo>
                <a:lnTo>
                  <a:pt x="1058606" y="338948"/>
                </a:lnTo>
                <a:lnTo>
                  <a:pt x="1078576" y="295892"/>
                </a:lnTo>
                <a:lnTo>
                  <a:pt x="1085850" y="244601"/>
                </a:lnTo>
                <a:lnTo>
                  <a:pt x="1085850" y="0"/>
                </a:lnTo>
                <a:close/>
              </a:path>
              <a:path w="1085850" h="419100">
                <a:moveTo>
                  <a:pt x="791718" y="0"/>
                </a:moveTo>
                <a:lnTo>
                  <a:pt x="770763" y="0"/>
                </a:lnTo>
                <a:lnTo>
                  <a:pt x="770763" y="265429"/>
                </a:lnTo>
                <a:lnTo>
                  <a:pt x="779882" y="309181"/>
                </a:lnTo>
                <a:lnTo>
                  <a:pt x="779944" y="309481"/>
                </a:lnTo>
                <a:lnTo>
                  <a:pt x="780034" y="309909"/>
                </a:lnTo>
                <a:lnTo>
                  <a:pt x="804830" y="345233"/>
                </a:lnTo>
                <a:lnTo>
                  <a:pt x="841486" y="368532"/>
                </a:lnTo>
                <a:lnTo>
                  <a:pt x="886332" y="376936"/>
                </a:lnTo>
                <a:lnTo>
                  <a:pt x="930930" y="368532"/>
                </a:lnTo>
                <a:lnTo>
                  <a:pt x="931167" y="368532"/>
                </a:lnTo>
                <a:lnTo>
                  <a:pt x="951199" y="355726"/>
                </a:lnTo>
                <a:lnTo>
                  <a:pt x="886332" y="355726"/>
                </a:lnTo>
                <a:lnTo>
                  <a:pt x="849707" y="348976"/>
                </a:lnTo>
                <a:lnTo>
                  <a:pt x="819737" y="330200"/>
                </a:lnTo>
                <a:lnTo>
                  <a:pt x="799411" y="301613"/>
                </a:lnTo>
                <a:lnTo>
                  <a:pt x="791718" y="265429"/>
                </a:lnTo>
                <a:lnTo>
                  <a:pt x="791718" y="0"/>
                </a:lnTo>
                <a:close/>
              </a:path>
              <a:path w="1085850" h="419100">
                <a:moveTo>
                  <a:pt x="993602" y="305053"/>
                </a:moveTo>
                <a:lnTo>
                  <a:pt x="972184" y="305053"/>
                </a:lnTo>
                <a:lnTo>
                  <a:pt x="972566" y="305688"/>
                </a:lnTo>
                <a:lnTo>
                  <a:pt x="957645" y="326580"/>
                </a:lnTo>
                <a:lnTo>
                  <a:pt x="937974" y="342328"/>
                </a:lnTo>
                <a:lnTo>
                  <a:pt x="914040" y="352266"/>
                </a:lnTo>
                <a:lnTo>
                  <a:pt x="886332" y="355726"/>
                </a:lnTo>
                <a:lnTo>
                  <a:pt x="951199" y="355726"/>
                </a:lnTo>
                <a:lnTo>
                  <a:pt x="967962" y="345011"/>
                </a:lnTo>
                <a:lnTo>
                  <a:pt x="992703" y="309481"/>
                </a:lnTo>
                <a:lnTo>
                  <a:pt x="993602" y="305053"/>
                </a:lnTo>
                <a:close/>
              </a:path>
              <a:path w="1085850" h="419100">
                <a:moveTo>
                  <a:pt x="833754" y="0"/>
                </a:moveTo>
                <a:lnTo>
                  <a:pt x="812800" y="0"/>
                </a:lnTo>
                <a:lnTo>
                  <a:pt x="812877" y="244601"/>
                </a:lnTo>
                <a:lnTo>
                  <a:pt x="820223" y="280618"/>
                </a:lnTo>
                <a:lnTo>
                  <a:pt x="840470" y="309181"/>
                </a:lnTo>
                <a:lnTo>
                  <a:pt x="870503" y="327838"/>
                </a:lnTo>
                <a:lnTo>
                  <a:pt x="907288" y="334517"/>
                </a:lnTo>
                <a:lnTo>
                  <a:pt x="923946" y="332557"/>
                </a:lnTo>
                <a:lnTo>
                  <a:pt x="941117" y="326834"/>
                </a:lnTo>
                <a:lnTo>
                  <a:pt x="957597" y="317587"/>
                </a:lnTo>
                <a:lnTo>
                  <a:pt x="962577" y="313309"/>
                </a:lnTo>
                <a:lnTo>
                  <a:pt x="907288" y="313309"/>
                </a:lnTo>
                <a:lnTo>
                  <a:pt x="878653" y="308282"/>
                </a:lnTo>
                <a:lnTo>
                  <a:pt x="855281" y="294147"/>
                </a:lnTo>
                <a:lnTo>
                  <a:pt x="839529" y="272321"/>
                </a:lnTo>
                <a:lnTo>
                  <a:pt x="833833" y="244601"/>
                </a:lnTo>
                <a:lnTo>
                  <a:pt x="833754" y="0"/>
                </a:lnTo>
                <a:close/>
              </a:path>
              <a:path w="1085850" h="419100">
                <a:moveTo>
                  <a:pt x="1001776" y="17779"/>
                </a:moveTo>
                <a:lnTo>
                  <a:pt x="980821" y="39116"/>
                </a:lnTo>
                <a:lnTo>
                  <a:pt x="980742" y="244601"/>
                </a:lnTo>
                <a:lnTo>
                  <a:pt x="975046" y="272321"/>
                </a:lnTo>
                <a:lnTo>
                  <a:pt x="959294" y="294147"/>
                </a:lnTo>
                <a:lnTo>
                  <a:pt x="935922" y="308282"/>
                </a:lnTo>
                <a:lnTo>
                  <a:pt x="907288" y="313309"/>
                </a:lnTo>
                <a:lnTo>
                  <a:pt x="962577" y="313309"/>
                </a:lnTo>
                <a:lnTo>
                  <a:pt x="972184" y="305053"/>
                </a:lnTo>
                <a:lnTo>
                  <a:pt x="993602" y="305053"/>
                </a:lnTo>
                <a:lnTo>
                  <a:pt x="1001647" y="265429"/>
                </a:lnTo>
                <a:lnTo>
                  <a:pt x="1001698" y="265175"/>
                </a:lnTo>
                <a:lnTo>
                  <a:pt x="1001776" y="17779"/>
                </a:lnTo>
                <a:close/>
              </a:path>
            </a:pathLst>
          </a:custGeom>
          <a:solidFill>
            <a:srgbClr val="041E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6094" y="241236"/>
            <a:ext cx="6465570" cy="725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41E4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094" y="1577149"/>
            <a:ext cx="10685780" cy="44493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42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 spc="-10"/>
              <a:t>Feb 5th 2026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6094" y="6631705"/>
            <a:ext cx="939165" cy="142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/>
              <a:t>Technische Fakultät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42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4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2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1628775"/>
            </a:xfrm>
            <a:custGeom>
              <a:avLst/>
              <a:gdLst/>
              <a:ahLst/>
              <a:cxnLst/>
              <a:rect l="l" t="t" r="r" b="b"/>
              <a:pathLst>
                <a:path w="12192000" h="1628775">
                  <a:moveTo>
                    <a:pt x="0" y="1628775"/>
                  </a:moveTo>
                  <a:lnTo>
                    <a:pt x="12192000" y="162877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628775"/>
                  </a:lnTo>
                  <a:close/>
                </a:path>
              </a:pathLst>
            </a:custGeom>
            <a:solidFill>
              <a:srgbClr val="8B9FB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514350" y="1200150"/>
              <a:ext cx="11677650" cy="66675"/>
            </a:xfrm>
            <a:custGeom>
              <a:avLst/>
              <a:gdLst/>
              <a:ahLst/>
              <a:cxnLst/>
              <a:rect l="l" t="t" r="r" b="b"/>
              <a:pathLst>
                <a:path w="11677650" h="66675">
                  <a:moveTo>
                    <a:pt x="11677650" y="0"/>
                  </a:moveTo>
                  <a:lnTo>
                    <a:pt x="0" y="0"/>
                  </a:lnTo>
                  <a:lnTo>
                    <a:pt x="0" y="66675"/>
                  </a:lnTo>
                  <a:lnTo>
                    <a:pt x="11677650" y="66675"/>
                  </a:lnTo>
                  <a:lnTo>
                    <a:pt x="11677650" y="0"/>
                  </a:lnTo>
                  <a:close/>
                </a:path>
              </a:pathLst>
            </a:custGeom>
            <a:solidFill>
              <a:srgbClr val="2E576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350" y="295275"/>
              <a:ext cx="2381250" cy="2952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277475" y="304800"/>
              <a:ext cx="1400175" cy="533400"/>
            </a:xfrm>
            <a:custGeom>
              <a:avLst/>
              <a:gdLst/>
              <a:ahLst/>
              <a:cxnLst/>
              <a:rect l="l" t="t" r="r" b="b"/>
              <a:pathLst>
                <a:path w="1400175" h="533400">
                  <a:moveTo>
                    <a:pt x="27050" y="22732"/>
                  </a:moveTo>
                  <a:lnTo>
                    <a:pt x="0" y="49783"/>
                  </a:lnTo>
                  <a:lnTo>
                    <a:pt x="0" y="513588"/>
                  </a:lnTo>
                  <a:lnTo>
                    <a:pt x="27050" y="513588"/>
                  </a:lnTo>
                  <a:lnTo>
                    <a:pt x="27050" y="22732"/>
                  </a:lnTo>
                  <a:close/>
                </a:path>
                <a:path w="1400175" h="533400">
                  <a:moveTo>
                    <a:pt x="353441" y="351409"/>
                  </a:moveTo>
                  <a:lnTo>
                    <a:pt x="54228" y="351409"/>
                  </a:lnTo>
                  <a:lnTo>
                    <a:pt x="54228" y="513588"/>
                  </a:lnTo>
                  <a:lnTo>
                    <a:pt x="81279" y="513588"/>
                  </a:lnTo>
                  <a:lnTo>
                    <a:pt x="81279" y="378460"/>
                  </a:lnTo>
                  <a:lnTo>
                    <a:pt x="353441" y="378460"/>
                  </a:lnTo>
                  <a:lnTo>
                    <a:pt x="353441" y="351409"/>
                  </a:lnTo>
                  <a:close/>
                </a:path>
                <a:path w="1400175" h="533400">
                  <a:moveTo>
                    <a:pt x="621410" y="32130"/>
                  </a:moveTo>
                  <a:lnTo>
                    <a:pt x="417956" y="513588"/>
                  </a:lnTo>
                  <a:lnTo>
                    <a:pt x="445007" y="513588"/>
                  </a:lnTo>
                  <a:lnTo>
                    <a:pt x="525145" y="324358"/>
                  </a:lnTo>
                  <a:lnTo>
                    <a:pt x="798829" y="324358"/>
                  </a:lnTo>
                  <a:lnTo>
                    <a:pt x="787422" y="297307"/>
                  </a:lnTo>
                  <a:lnTo>
                    <a:pt x="536575" y="297307"/>
                  </a:lnTo>
                  <a:lnTo>
                    <a:pt x="621410" y="96392"/>
                  </a:lnTo>
                  <a:lnTo>
                    <a:pt x="648525" y="96392"/>
                  </a:lnTo>
                  <a:lnTo>
                    <a:pt x="621410" y="32130"/>
                  </a:lnTo>
                  <a:close/>
                </a:path>
                <a:path w="1400175" h="533400">
                  <a:moveTo>
                    <a:pt x="810259" y="351409"/>
                  </a:moveTo>
                  <a:lnTo>
                    <a:pt x="540893" y="351409"/>
                  </a:lnTo>
                  <a:lnTo>
                    <a:pt x="472313" y="513588"/>
                  </a:lnTo>
                  <a:lnTo>
                    <a:pt x="499491" y="513588"/>
                  </a:lnTo>
                  <a:lnTo>
                    <a:pt x="533653" y="432435"/>
                  </a:lnTo>
                  <a:lnTo>
                    <a:pt x="790249" y="432435"/>
                  </a:lnTo>
                  <a:lnTo>
                    <a:pt x="778891" y="405511"/>
                  </a:lnTo>
                  <a:lnTo>
                    <a:pt x="545083" y="405511"/>
                  </a:lnTo>
                  <a:lnTo>
                    <a:pt x="556514" y="378460"/>
                  </a:lnTo>
                  <a:lnTo>
                    <a:pt x="821677" y="378460"/>
                  </a:lnTo>
                  <a:lnTo>
                    <a:pt x="810259" y="351409"/>
                  </a:lnTo>
                  <a:close/>
                </a:path>
                <a:path w="1400175" h="533400">
                  <a:moveTo>
                    <a:pt x="790249" y="432435"/>
                  </a:moveTo>
                  <a:lnTo>
                    <a:pt x="763270" y="432435"/>
                  </a:lnTo>
                  <a:lnTo>
                    <a:pt x="797432" y="513588"/>
                  </a:lnTo>
                  <a:lnTo>
                    <a:pt x="824483" y="513588"/>
                  </a:lnTo>
                  <a:lnTo>
                    <a:pt x="790249" y="432435"/>
                  </a:lnTo>
                  <a:close/>
                </a:path>
                <a:path w="1400175" h="533400">
                  <a:moveTo>
                    <a:pt x="821677" y="378460"/>
                  </a:moveTo>
                  <a:lnTo>
                    <a:pt x="794639" y="378460"/>
                  </a:lnTo>
                  <a:lnTo>
                    <a:pt x="851661" y="513588"/>
                  </a:lnTo>
                  <a:lnTo>
                    <a:pt x="878713" y="513588"/>
                  </a:lnTo>
                  <a:lnTo>
                    <a:pt x="821677" y="378460"/>
                  </a:lnTo>
                  <a:close/>
                </a:path>
                <a:path w="1400175" h="533400">
                  <a:moveTo>
                    <a:pt x="607822" y="0"/>
                  </a:moveTo>
                  <a:lnTo>
                    <a:pt x="580771" y="0"/>
                  </a:lnTo>
                  <a:lnTo>
                    <a:pt x="381634" y="471170"/>
                  </a:lnTo>
                  <a:lnTo>
                    <a:pt x="398906" y="494538"/>
                  </a:lnTo>
                  <a:lnTo>
                    <a:pt x="607822" y="0"/>
                  </a:lnTo>
                  <a:close/>
                </a:path>
                <a:path w="1400175" h="533400">
                  <a:moveTo>
                    <a:pt x="716152" y="0"/>
                  </a:moveTo>
                  <a:lnTo>
                    <a:pt x="689101" y="0"/>
                  </a:lnTo>
                  <a:lnTo>
                    <a:pt x="897763" y="494538"/>
                  </a:lnTo>
                  <a:lnTo>
                    <a:pt x="914907" y="471170"/>
                  </a:lnTo>
                  <a:lnTo>
                    <a:pt x="716152" y="0"/>
                  </a:lnTo>
                  <a:close/>
                </a:path>
                <a:path w="1400175" h="533400">
                  <a:moveTo>
                    <a:pt x="135508" y="378460"/>
                  </a:moveTo>
                  <a:lnTo>
                    <a:pt x="108330" y="378460"/>
                  </a:lnTo>
                  <a:lnTo>
                    <a:pt x="108330" y="490854"/>
                  </a:lnTo>
                  <a:lnTo>
                    <a:pt x="135508" y="463803"/>
                  </a:lnTo>
                  <a:lnTo>
                    <a:pt x="135508" y="378460"/>
                  </a:lnTo>
                  <a:close/>
                </a:path>
                <a:path w="1400175" h="533400">
                  <a:moveTo>
                    <a:pt x="406400" y="0"/>
                  </a:moveTo>
                  <a:lnTo>
                    <a:pt x="54228" y="0"/>
                  </a:lnTo>
                  <a:lnTo>
                    <a:pt x="54228" y="324358"/>
                  </a:lnTo>
                  <a:lnTo>
                    <a:pt x="353441" y="324358"/>
                  </a:lnTo>
                  <a:lnTo>
                    <a:pt x="353441" y="297307"/>
                  </a:lnTo>
                  <a:lnTo>
                    <a:pt x="81279" y="297307"/>
                  </a:lnTo>
                  <a:lnTo>
                    <a:pt x="81279" y="27050"/>
                  </a:lnTo>
                  <a:lnTo>
                    <a:pt x="406400" y="27050"/>
                  </a:lnTo>
                  <a:lnTo>
                    <a:pt x="406400" y="0"/>
                  </a:lnTo>
                  <a:close/>
                </a:path>
                <a:path w="1400175" h="533400">
                  <a:moveTo>
                    <a:pt x="648525" y="96392"/>
                  </a:moveTo>
                  <a:lnTo>
                    <a:pt x="621410" y="96392"/>
                  </a:lnTo>
                  <a:lnTo>
                    <a:pt x="635000" y="128524"/>
                  </a:lnTo>
                  <a:lnTo>
                    <a:pt x="563752" y="297307"/>
                  </a:lnTo>
                  <a:lnTo>
                    <a:pt x="590803" y="297307"/>
                  </a:lnTo>
                  <a:lnTo>
                    <a:pt x="648461" y="160654"/>
                  </a:lnTo>
                  <a:lnTo>
                    <a:pt x="675639" y="160654"/>
                  </a:lnTo>
                  <a:lnTo>
                    <a:pt x="648525" y="96392"/>
                  </a:lnTo>
                  <a:close/>
                </a:path>
                <a:path w="1400175" h="533400">
                  <a:moveTo>
                    <a:pt x="675639" y="160654"/>
                  </a:moveTo>
                  <a:lnTo>
                    <a:pt x="648461" y="160654"/>
                  </a:lnTo>
                  <a:lnTo>
                    <a:pt x="706247" y="297307"/>
                  </a:lnTo>
                  <a:lnTo>
                    <a:pt x="733298" y="297307"/>
                  </a:lnTo>
                  <a:lnTo>
                    <a:pt x="675639" y="160654"/>
                  </a:lnTo>
                  <a:close/>
                </a:path>
                <a:path w="1400175" h="533400">
                  <a:moveTo>
                    <a:pt x="662051" y="0"/>
                  </a:moveTo>
                  <a:lnTo>
                    <a:pt x="634873" y="0"/>
                  </a:lnTo>
                  <a:lnTo>
                    <a:pt x="760349" y="297307"/>
                  </a:lnTo>
                  <a:lnTo>
                    <a:pt x="787422" y="297307"/>
                  </a:lnTo>
                  <a:lnTo>
                    <a:pt x="662051" y="0"/>
                  </a:lnTo>
                  <a:close/>
                </a:path>
                <a:path w="1400175" h="533400">
                  <a:moveTo>
                    <a:pt x="406400" y="54101"/>
                  </a:moveTo>
                  <a:lnTo>
                    <a:pt x="108330" y="54101"/>
                  </a:lnTo>
                  <a:lnTo>
                    <a:pt x="108330" y="270255"/>
                  </a:lnTo>
                  <a:lnTo>
                    <a:pt x="367410" y="270255"/>
                  </a:lnTo>
                  <a:lnTo>
                    <a:pt x="394207" y="243332"/>
                  </a:lnTo>
                  <a:lnTo>
                    <a:pt x="135508" y="243332"/>
                  </a:lnTo>
                  <a:lnTo>
                    <a:pt x="135508" y="135127"/>
                  </a:lnTo>
                  <a:lnTo>
                    <a:pt x="356743" y="135127"/>
                  </a:lnTo>
                  <a:lnTo>
                    <a:pt x="383794" y="108076"/>
                  </a:lnTo>
                  <a:lnTo>
                    <a:pt x="135508" y="108076"/>
                  </a:lnTo>
                  <a:lnTo>
                    <a:pt x="135508" y="81152"/>
                  </a:lnTo>
                  <a:lnTo>
                    <a:pt x="406400" y="81152"/>
                  </a:lnTo>
                  <a:lnTo>
                    <a:pt x="406400" y="54101"/>
                  </a:lnTo>
                  <a:close/>
                </a:path>
                <a:path w="1400175" h="533400">
                  <a:moveTo>
                    <a:pt x="966724" y="22732"/>
                  </a:moveTo>
                  <a:lnTo>
                    <a:pt x="939673" y="49783"/>
                  </a:lnTo>
                  <a:lnTo>
                    <a:pt x="939732" y="337947"/>
                  </a:lnTo>
                  <a:lnTo>
                    <a:pt x="945006" y="383294"/>
                  </a:lnTo>
                  <a:lnTo>
                    <a:pt x="960318" y="425274"/>
                  </a:lnTo>
                  <a:lnTo>
                    <a:pt x="984299" y="461592"/>
                  </a:lnTo>
                  <a:lnTo>
                    <a:pt x="1015763" y="491542"/>
                  </a:lnTo>
                  <a:lnTo>
                    <a:pt x="1053491" y="514144"/>
                  </a:lnTo>
                  <a:lnTo>
                    <a:pt x="1096267" y="528423"/>
                  </a:lnTo>
                  <a:lnTo>
                    <a:pt x="1142873" y="533400"/>
                  </a:lnTo>
                  <a:lnTo>
                    <a:pt x="1169924" y="533400"/>
                  </a:lnTo>
                  <a:lnTo>
                    <a:pt x="1211540" y="529627"/>
                  </a:lnTo>
                  <a:lnTo>
                    <a:pt x="1252513" y="518481"/>
                  </a:lnTo>
                  <a:lnTo>
                    <a:pt x="1277226" y="506857"/>
                  </a:lnTo>
                  <a:lnTo>
                    <a:pt x="1142873" y="506857"/>
                  </a:lnTo>
                  <a:lnTo>
                    <a:pt x="1096046" y="501007"/>
                  </a:lnTo>
                  <a:lnTo>
                    <a:pt x="1053968" y="484363"/>
                  </a:lnTo>
                  <a:lnTo>
                    <a:pt x="1018317" y="458279"/>
                  </a:lnTo>
                  <a:lnTo>
                    <a:pt x="990774" y="424109"/>
                  </a:lnTo>
                  <a:lnTo>
                    <a:pt x="973053" y="383294"/>
                  </a:lnTo>
                  <a:lnTo>
                    <a:pt x="966862" y="337947"/>
                  </a:lnTo>
                  <a:lnTo>
                    <a:pt x="966793" y="337438"/>
                  </a:lnTo>
                  <a:lnTo>
                    <a:pt x="966724" y="22732"/>
                  </a:lnTo>
                  <a:close/>
                </a:path>
                <a:path w="1400175" h="533400">
                  <a:moveTo>
                    <a:pt x="1345946" y="0"/>
                  </a:moveTo>
                  <a:lnTo>
                    <a:pt x="1318895" y="0"/>
                  </a:lnTo>
                  <a:lnTo>
                    <a:pt x="1318825" y="337438"/>
                  </a:lnTo>
                  <a:lnTo>
                    <a:pt x="1313807" y="374348"/>
                  </a:lnTo>
                  <a:lnTo>
                    <a:pt x="1294849" y="424109"/>
                  </a:lnTo>
                  <a:lnTo>
                    <a:pt x="1267317" y="458279"/>
                  </a:lnTo>
                  <a:lnTo>
                    <a:pt x="1231688" y="484363"/>
                  </a:lnTo>
                  <a:lnTo>
                    <a:pt x="1189646" y="501007"/>
                  </a:lnTo>
                  <a:lnTo>
                    <a:pt x="1142873" y="506857"/>
                  </a:lnTo>
                  <a:lnTo>
                    <a:pt x="1277226" y="506857"/>
                  </a:lnTo>
                  <a:lnTo>
                    <a:pt x="1291332" y="500221"/>
                  </a:lnTo>
                  <a:lnTo>
                    <a:pt x="1301420" y="493013"/>
                  </a:lnTo>
                  <a:lnTo>
                    <a:pt x="1265301" y="493013"/>
                  </a:lnTo>
                  <a:lnTo>
                    <a:pt x="1264666" y="492251"/>
                  </a:lnTo>
                  <a:lnTo>
                    <a:pt x="1298261" y="460668"/>
                  </a:lnTo>
                  <a:lnTo>
                    <a:pt x="1323879" y="424561"/>
                  </a:lnTo>
                  <a:lnTo>
                    <a:pt x="1340211" y="383595"/>
                  </a:lnTo>
                  <a:lnTo>
                    <a:pt x="1345882" y="337947"/>
                  </a:lnTo>
                  <a:lnTo>
                    <a:pt x="1345946" y="0"/>
                  </a:lnTo>
                  <a:close/>
                </a:path>
                <a:path w="1400175" h="533400">
                  <a:moveTo>
                    <a:pt x="1400175" y="0"/>
                  </a:moveTo>
                  <a:lnTo>
                    <a:pt x="1373124" y="0"/>
                  </a:lnTo>
                  <a:lnTo>
                    <a:pt x="1373088" y="311276"/>
                  </a:lnTo>
                  <a:lnTo>
                    <a:pt x="1369152" y="353013"/>
                  </a:lnTo>
                  <a:lnTo>
                    <a:pt x="1356965" y="392281"/>
                  </a:lnTo>
                  <a:lnTo>
                    <a:pt x="1335843" y="429146"/>
                  </a:lnTo>
                  <a:lnTo>
                    <a:pt x="1305482" y="462722"/>
                  </a:lnTo>
                  <a:lnTo>
                    <a:pt x="1265301" y="493013"/>
                  </a:lnTo>
                  <a:lnTo>
                    <a:pt x="1301420" y="493013"/>
                  </a:lnTo>
                  <a:lnTo>
                    <a:pt x="1356455" y="443396"/>
                  </a:lnTo>
                  <a:lnTo>
                    <a:pt x="1379735" y="405348"/>
                  </a:lnTo>
                  <a:lnTo>
                    <a:pt x="1394813" y="361222"/>
                  </a:lnTo>
                  <a:lnTo>
                    <a:pt x="1400175" y="311276"/>
                  </a:lnTo>
                  <a:lnTo>
                    <a:pt x="1400175" y="0"/>
                  </a:lnTo>
                  <a:close/>
                </a:path>
                <a:path w="1400175" h="533400">
                  <a:moveTo>
                    <a:pt x="1020952" y="0"/>
                  </a:moveTo>
                  <a:lnTo>
                    <a:pt x="993775" y="0"/>
                  </a:lnTo>
                  <a:lnTo>
                    <a:pt x="993796" y="337947"/>
                  </a:lnTo>
                  <a:lnTo>
                    <a:pt x="1001602" y="383294"/>
                  </a:lnTo>
                  <a:lnTo>
                    <a:pt x="1001714" y="383944"/>
                  </a:lnTo>
                  <a:lnTo>
                    <a:pt x="1022931" y="423076"/>
                  </a:lnTo>
                  <a:lnTo>
                    <a:pt x="1055139" y="453345"/>
                  </a:lnTo>
                  <a:lnTo>
                    <a:pt x="1095924" y="472878"/>
                  </a:lnTo>
                  <a:lnTo>
                    <a:pt x="1142873" y="479805"/>
                  </a:lnTo>
                  <a:lnTo>
                    <a:pt x="1189530" y="472878"/>
                  </a:lnTo>
                  <a:lnTo>
                    <a:pt x="1189790" y="472878"/>
                  </a:lnTo>
                  <a:lnTo>
                    <a:pt x="1230771" y="453142"/>
                  </a:lnTo>
                  <a:lnTo>
                    <a:pt x="1231180" y="452754"/>
                  </a:lnTo>
                  <a:lnTo>
                    <a:pt x="1142873" y="452754"/>
                  </a:lnTo>
                  <a:lnTo>
                    <a:pt x="1095676" y="444156"/>
                  </a:lnTo>
                  <a:lnTo>
                    <a:pt x="1057052" y="420258"/>
                  </a:lnTo>
                  <a:lnTo>
                    <a:pt x="1030885" y="383944"/>
                  </a:lnTo>
                  <a:lnTo>
                    <a:pt x="1030791" y="383595"/>
                  </a:lnTo>
                  <a:lnTo>
                    <a:pt x="1020952" y="337947"/>
                  </a:lnTo>
                  <a:lnTo>
                    <a:pt x="1020952" y="0"/>
                  </a:lnTo>
                  <a:close/>
                </a:path>
                <a:path w="1400175" h="533400">
                  <a:moveTo>
                    <a:pt x="1281531" y="388238"/>
                  </a:moveTo>
                  <a:lnTo>
                    <a:pt x="1253490" y="388238"/>
                  </a:lnTo>
                  <a:lnTo>
                    <a:pt x="1254125" y="389127"/>
                  </a:lnTo>
                  <a:lnTo>
                    <a:pt x="1234920" y="415678"/>
                  </a:lnTo>
                  <a:lnTo>
                    <a:pt x="1209548" y="435705"/>
                  </a:lnTo>
                  <a:lnTo>
                    <a:pt x="1178651" y="448349"/>
                  </a:lnTo>
                  <a:lnTo>
                    <a:pt x="1142873" y="452754"/>
                  </a:lnTo>
                  <a:lnTo>
                    <a:pt x="1231180" y="452754"/>
                  </a:lnTo>
                  <a:lnTo>
                    <a:pt x="1263016" y="422665"/>
                  </a:lnTo>
                  <a:lnTo>
                    <a:pt x="1281531" y="388238"/>
                  </a:lnTo>
                  <a:close/>
                </a:path>
                <a:path w="1400175" h="533400">
                  <a:moveTo>
                    <a:pt x="1075054" y="0"/>
                  </a:moveTo>
                  <a:lnTo>
                    <a:pt x="1048003" y="0"/>
                  </a:lnTo>
                  <a:lnTo>
                    <a:pt x="1048082" y="311276"/>
                  </a:lnTo>
                  <a:lnTo>
                    <a:pt x="1057588" y="357177"/>
                  </a:lnTo>
                  <a:lnTo>
                    <a:pt x="1083722" y="393493"/>
                  </a:lnTo>
                  <a:lnTo>
                    <a:pt x="1122477" y="417212"/>
                  </a:lnTo>
                  <a:lnTo>
                    <a:pt x="1169924" y="425703"/>
                  </a:lnTo>
                  <a:lnTo>
                    <a:pt x="1191428" y="423207"/>
                  </a:lnTo>
                  <a:lnTo>
                    <a:pt x="1213564" y="415924"/>
                  </a:lnTo>
                  <a:lnTo>
                    <a:pt x="1234771" y="404165"/>
                  </a:lnTo>
                  <a:lnTo>
                    <a:pt x="1241250" y="398652"/>
                  </a:lnTo>
                  <a:lnTo>
                    <a:pt x="1169924" y="398652"/>
                  </a:lnTo>
                  <a:lnTo>
                    <a:pt x="1133026" y="392281"/>
                  </a:lnTo>
                  <a:lnTo>
                    <a:pt x="1102867" y="374348"/>
                  </a:lnTo>
                  <a:lnTo>
                    <a:pt x="1082520" y="346628"/>
                  </a:lnTo>
                  <a:lnTo>
                    <a:pt x="1075134" y="311276"/>
                  </a:lnTo>
                  <a:lnTo>
                    <a:pt x="1075054" y="0"/>
                  </a:lnTo>
                  <a:close/>
                </a:path>
                <a:path w="1400175" h="533400">
                  <a:moveTo>
                    <a:pt x="1291844" y="22732"/>
                  </a:moveTo>
                  <a:lnTo>
                    <a:pt x="1264666" y="49783"/>
                  </a:lnTo>
                  <a:lnTo>
                    <a:pt x="1264586" y="311276"/>
                  </a:lnTo>
                  <a:lnTo>
                    <a:pt x="1257220" y="346628"/>
                  </a:lnTo>
                  <a:lnTo>
                    <a:pt x="1236916" y="374348"/>
                  </a:lnTo>
                  <a:lnTo>
                    <a:pt x="1206801" y="392281"/>
                  </a:lnTo>
                  <a:lnTo>
                    <a:pt x="1169924" y="398652"/>
                  </a:lnTo>
                  <a:lnTo>
                    <a:pt x="1241250" y="398652"/>
                  </a:lnTo>
                  <a:lnTo>
                    <a:pt x="1253490" y="388238"/>
                  </a:lnTo>
                  <a:lnTo>
                    <a:pt x="1281531" y="388238"/>
                  </a:lnTo>
                  <a:lnTo>
                    <a:pt x="1284190" y="383294"/>
                  </a:lnTo>
                  <a:lnTo>
                    <a:pt x="1291676" y="337947"/>
                  </a:lnTo>
                  <a:lnTo>
                    <a:pt x="1291760" y="337438"/>
                  </a:lnTo>
                  <a:lnTo>
                    <a:pt x="1291844" y="22732"/>
                  </a:lnTo>
                  <a:close/>
                </a:path>
              </a:pathLst>
            </a:custGeom>
            <a:solidFill>
              <a:srgbClr val="041E4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28774"/>
              <a:ext cx="12192000" cy="52292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628775"/>
              <a:ext cx="12192000" cy="5229225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98168" y="2253123"/>
            <a:ext cx="11312832" cy="13540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500"/>
              </a:lnSpc>
              <a:spcBef>
                <a:spcPts val="95"/>
              </a:spcBef>
            </a:pPr>
            <a:r>
              <a:rPr lang="en-US" sz="4000" dirty="0">
                <a:solidFill>
                  <a:srgbClr val="FFFFFF"/>
                </a:solidFill>
                <a:latin typeface="+mj-lt"/>
              </a:rPr>
              <a:t>The Use of GenAI to Support the</a:t>
            </a:r>
            <a:br>
              <a:rPr lang="en-US" sz="4000" dirty="0">
                <a:solidFill>
                  <a:srgbClr val="FFFFFF"/>
                </a:solidFill>
                <a:latin typeface="+mj-lt"/>
              </a:rPr>
            </a:br>
            <a:r>
              <a:rPr lang="en-US" sz="4000" dirty="0">
                <a:solidFill>
                  <a:srgbClr val="FFFFFF"/>
                </a:solidFill>
                <a:latin typeface="+mj-lt"/>
              </a:rPr>
              <a:t>Formulation of Risk Control Measures</a:t>
            </a:r>
            <a:endParaRPr sz="4000" dirty="0">
              <a:latin typeface="+mj-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8000" y="3975671"/>
            <a:ext cx="10769600" cy="16062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nb-NO" sz="2000" dirty="0">
                <a:latin typeface="+mj-lt"/>
                <a:cs typeface="Arial"/>
              </a:rPr>
              <a:t>Name</a:t>
            </a:r>
            <a:r>
              <a:rPr lang="de-DE" sz="2000" dirty="0">
                <a:latin typeface="+mj-lt"/>
                <a:cs typeface="Arial"/>
              </a:rPr>
              <a:t>: Rithika Ravichandran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000" dirty="0">
                <a:latin typeface="+mj-lt"/>
              </a:rPr>
              <a:t>Matriculation number: 23177041 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000" dirty="0">
                <a:latin typeface="+mj-lt"/>
              </a:rPr>
              <a:t>Study Program: Health and Medical Data Analytics (HMDA) 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000" dirty="0">
                <a:latin typeface="+mj-lt"/>
              </a:rPr>
              <a:t>First supervisor: Prof. Dr. Jana Hutter 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000" dirty="0">
                <a:latin typeface="+mj-lt"/>
              </a:rPr>
              <a:t>Second supervisor: M. Sc. Stephanie Heidepriem (Siemens Healthineers)</a:t>
            </a:r>
            <a:endParaRPr sz="2000" dirty="0">
              <a:latin typeface="+mj-lt"/>
              <a:cs typeface="Arial"/>
            </a:endParaRPr>
          </a:p>
        </p:txBody>
      </p:sp>
      <p:pic>
        <p:nvPicPr>
          <p:cNvPr id="11" name="Picture Placeholder 3">
            <a:extLst>
              <a:ext uri="{FF2B5EF4-FFF2-40B4-BE49-F238E27FC236}">
                <a16:creationId xmlns:a16="http://schemas.microsoft.com/office/drawing/2014/main" id="{6EB83D92-BCBA-3D15-099D-1972FC057B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305800" y="221796"/>
            <a:ext cx="1806403" cy="72000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28E1190-7BCF-3E70-05EF-240401B30A7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 spc="-10"/>
              <a:t>Feb 5th 2026</a:t>
            </a:r>
            <a:endParaRPr lang="en-US" spc="-2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AC8CFE6-254C-5CC4-9F85-03A292CA01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lang="en-US" spc="-25" smtClean="0"/>
              <a:t>1</a:t>
            </a:fld>
            <a:endParaRPr lang="en-US"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843C-CCBF-F94A-B4A3-A6DA8A656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6465570" cy="369332"/>
          </a:xfrm>
        </p:spPr>
        <p:txBody>
          <a:bodyPr/>
          <a:lstStyle/>
          <a:p>
            <a:r>
              <a:rPr lang="en-US" dirty="0"/>
              <a:t>Agenda </a:t>
            </a:r>
          </a:p>
        </p:txBody>
      </p:sp>
      <p:pic>
        <p:nvPicPr>
          <p:cNvPr id="3" name="Picture Placeholder 3">
            <a:extLst>
              <a:ext uri="{FF2B5EF4-FFF2-40B4-BE49-F238E27FC236}">
                <a16:creationId xmlns:a16="http://schemas.microsoft.com/office/drawing/2014/main" id="{4D8B45F2-1AF0-6250-6C6D-EB927E792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7188363" y="223332"/>
            <a:ext cx="1806403" cy="72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E10300-873B-45A0-43C6-FD2297654922}"/>
              </a:ext>
            </a:extLst>
          </p:cNvPr>
          <p:cNvSpPr txBox="1"/>
          <p:nvPr/>
        </p:nvSpPr>
        <p:spPr>
          <a:xfrm>
            <a:off x="576943" y="1219200"/>
            <a:ext cx="8077200" cy="4827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Context: CT risk documentation &amp; hazard keys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Problem &amp; research questions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Solution concept: retrieval-first GenAI assistant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Prototype architecture &amp; Workflow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Governance &amp; compliance considerations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Evaluation &amp; results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Limitations &amp; future work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6A5B125-DD92-7400-D001-F51C62395E2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A37E094D-C3D2-327F-16E4-99BF9C34D16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2</a:t>
            </a:fld>
            <a:endParaRPr spc="-2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1681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6094" y="3070224"/>
            <a:ext cx="9018906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de-DE" sz="4000" dirty="0">
                <a:solidFill>
                  <a:srgbClr val="FFFFFF"/>
                </a:solidFill>
                <a:latin typeface="+mj-lt"/>
              </a:rPr>
              <a:t>Background &amp; Industrial Content </a:t>
            </a:r>
            <a:endParaRPr sz="4000" dirty="0">
              <a:latin typeface="+mj-l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pic>
        <p:nvPicPr>
          <p:cNvPr id="6" name="Picture Placeholder 3">
            <a:extLst>
              <a:ext uri="{FF2B5EF4-FFF2-40B4-BE49-F238E27FC236}">
                <a16:creationId xmlns:a16="http://schemas.microsoft.com/office/drawing/2014/main" id="{48B6659A-365E-C944-12A7-F6CBB0883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382000" y="228600"/>
            <a:ext cx="1806403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lang="en-US" spc="-25" smtClean="0">
                <a:latin typeface="+mn-lt"/>
              </a:rPr>
              <a:t>4</a:t>
            </a:fld>
            <a:endParaRPr lang="en-US" spc="-25" dirty="0">
              <a:latin typeface="+mn-l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6094" y="241236"/>
            <a:ext cx="6809106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pc="-10" dirty="0">
                <a:latin typeface="+mj-lt"/>
              </a:rPr>
              <a:t>Background</a:t>
            </a:r>
            <a:br>
              <a:rPr lang="de-DE" spc="-10" dirty="0">
                <a:latin typeface="+mj-lt"/>
              </a:rPr>
            </a:br>
            <a:br>
              <a:rPr lang="de-DE" spc="-10" dirty="0">
                <a:latin typeface="+mj-lt"/>
              </a:rPr>
            </a:br>
            <a:endParaRPr lang="de-DE" spc="-10" dirty="0">
              <a:latin typeface="+mj-lt"/>
            </a:endParaRPr>
          </a:p>
        </p:txBody>
      </p:sp>
      <p:pic>
        <p:nvPicPr>
          <p:cNvPr id="2" name="Picture Placeholder 3">
            <a:extLst>
              <a:ext uri="{FF2B5EF4-FFF2-40B4-BE49-F238E27FC236}">
                <a16:creationId xmlns:a16="http://schemas.microsoft.com/office/drawing/2014/main" id="{28280607-B36A-D37F-634D-B3A46DDBDB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557178" y="241236"/>
            <a:ext cx="1806403" cy="72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EB2142-3D4E-B65A-72FE-8E375A056D82}"/>
              </a:ext>
            </a:extLst>
          </p:cNvPr>
          <p:cNvSpPr txBox="1"/>
          <p:nvPr/>
        </p:nvSpPr>
        <p:spPr>
          <a:xfrm>
            <a:off x="914400" y="1752600"/>
            <a:ext cx="81534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CT systems </a:t>
            </a:r>
            <a:r>
              <a:rPr lang="en-US" sz="2000" b="1" dirty="0">
                <a:solidFill>
                  <a:schemeClr val="tx1"/>
                </a:solidFill>
                <a:latin typeface="+mn-lt"/>
              </a:rPr>
              <a:t>are widely used diagnostic tools in medical imaging</a:t>
            </a:r>
          </a:p>
          <a:p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77E21-6145-49E9-08B5-EEA1FA578D2A}"/>
              </a:ext>
            </a:extLst>
          </p:cNvPr>
          <p:cNvSpPr txBox="1"/>
          <p:nvPr/>
        </p:nvSpPr>
        <p:spPr>
          <a:xfrm>
            <a:off x="914400" y="2255145"/>
            <a:ext cx="7848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Rapid</a:t>
            </a:r>
            <a:r>
              <a:rPr lang="en-US" sz="1800" b="1" dirty="0"/>
              <a:t> technological advancement increases system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complexity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A6311A-0A12-5C58-F15A-E2641BCDE49F}"/>
              </a:ext>
            </a:extLst>
          </p:cNvPr>
          <p:cNvSpPr txBox="1"/>
          <p:nvPr/>
        </p:nvSpPr>
        <p:spPr>
          <a:xfrm>
            <a:off x="914400" y="2689483"/>
            <a:ext cx="7536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Patient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safety</a:t>
            </a:r>
            <a:r>
              <a:rPr lang="en-US" sz="2000" b="1" dirty="0">
                <a:latin typeface="+mn-lt"/>
              </a:rPr>
              <a:t> becomes increasingly critical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137763-C349-CCAE-2E5A-E46B13372C11}"/>
              </a:ext>
            </a:extLst>
          </p:cNvPr>
          <p:cNvSpPr txBox="1"/>
          <p:nvPr/>
        </p:nvSpPr>
        <p:spPr>
          <a:xfrm>
            <a:off x="914400" y="3145317"/>
            <a:ext cx="65532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This process is currently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manual</a:t>
            </a:r>
            <a:r>
              <a:rPr lang="en-US" sz="2000" b="1" dirty="0">
                <a:latin typeface="+mn-lt"/>
              </a:rPr>
              <a:t> and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time-consuming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B1AC99-1772-BD83-15EB-0C590E7BFEF7}"/>
              </a:ext>
            </a:extLst>
          </p:cNvPr>
          <p:cNvSpPr txBox="1"/>
          <p:nvPr/>
        </p:nvSpPr>
        <p:spPr>
          <a:xfrm>
            <a:off x="506094" y="619797"/>
            <a:ext cx="655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+mj-lt"/>
              </a:rPr>
              <a:t>Overview of the current situation and existing challenges</a:t>
            </a:r>
            <a:r>
              <a:rPr lang="en-US" sz="1600" dirty="0">
                <a:solidFill>
                  <a:schemeClr val="tx2"/>
                </a:solidFill>
                <a:latin typeface="+mn-lt"/>
              </a:rPr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D6A65E-05C9-1C1C-3B18-0361B600A2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0" t="42941" r="6959" b="32864"/>
          <a:stretch>
            <a:fillRect/>
          </a:stretch>
        </p:blipFill>
        <p:spPr>
          <a:xfrm>
            <a:off x="304800" y="3878149"/>
            <a:ext cx="11582400" cy="20207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A2FA1D3-93BC-4AF1-09B9-F792BE048DB9}"/>
              </a:ext>
            </a:extLst>
          </p:cNvPr>
          <p:cNvSpPr txBox="1"/>
          <p:nvPr/>
        </p:nvSpPr>
        <p:spPr>
          <a:xfrm>
            <a:off x="4267200" y="5898873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+mn-lt"/>
              </a:rPr>
              <a:t>Image generated using  AI </a:t>
            </a:r>
            <a:endParaRPr lang="en-US" sz="1600" dirty="0">
              <a:latin typeface="+mn-lt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56465B15-AF60-024C-D7D6-68CA1460D3B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5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AAF24-3938-370F-2DC9-73980658D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94" y="241236"/>
            <a:ext cx="6465570" cy="369332"/>
          </a:xfrm>
        </p:spPr>
        <p:txBody>
          <a:bodyPr/>
          <a:lstStyle/>
          <a:p>
            <a:r>
              <a:rPr lang="en-US" dirty="0">
                <a:latin typeface="+mj-lt"/>
              </a:rPr>
              <a:t>Risk Management &amp; Hazard Keys </a:t>
            </a:r>
            <a:endParaRPr lang="en-IN" dirty="0">
              <a:latin typeface="+mj-lt"/>
            </a:endParaRPr>
          </a:p>
        </p:txBody>
      </p:sp>
      <p:pic>
        <p:nvPicPr>
          <p:cNvPr id="5" name="Picture Placeholder 3">
            <a:extLst>
              <a:ext uri="{FF2B5EF4-FFF2-40B4-BE49-F238E27FC236}">
                <a16:creationId xmlns:a16="http://schemas.microsoft.com/office/drawing/2014/main" id="{220EA296-98CD-85B1-83A0-51AF614B9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621798" y="231318"/>
            <a:ext cx="1806403" cy="72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48EFC1-C0B6-75B5-FCC6-43D3D441A231}"/>
              </a:ext>
            </a:extLst>
          </p:cNvPr>
          <p:cNvSpPr txBox="1"/>
          <p:nvPr/>
        </p:nvSpPr>
        <p:spPr>
          <a:xfrm>
            <a:off x="506094" y="612764"/>
            <a:ext cx="5176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tx2"/>
                </a:solidFill>
                <a:latin typeface="+mj-lt"/>
              </a:rPr>
              <a:t>Key Concept used in Medical Device Risk Management  </a:t>
            </a:r>
            <a:endParaRPr lang="en-US" sz="16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F6A0F2-F758-7183-2E24-9BA950439452}"/>
              </a:ext>
            </a:extLst>
          </p:cNvPr>
          <p:cNvSpPr txBox="1"/>
          <p:nvPr/>
        </p:nvSpPr>
        <p:spPr>
          <a:xfrm>
            <a:off x="11647898" y="6566652"/>
            <a:ext cx="304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spc="-10" dirty="0">
                <a:latin typeface="+mn-lt"/>
              </a:rPr>
              <a:t>5</a:t>
            </a:r>
            <a:endParaRPr lang="en-US" sz="800" dirty="0">
              <a:latin typeface="+mn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330268D-C5A6-7077-FF20-8595630E4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63"/>
          <a:stretch>
            <a:fillRect/>
          </a:stretch>
        </p:blipFill>
        <p:spPr>
          <a:xfrm>
            <a:off x="152400" y="2370525"/>
            <a:ext cx="3743495" cy="19597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1FE4CF-833F-A1E5-92F7-D46601140E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1" t="13164" r="1291"/>
          <a:stretch>
            <a:fillRect/>
          </a:stretch>
        </p:blipFill>
        <p:spPr>
          <a:xfrm>
            <a:off x="4038600" y="2378035"/>
            <a:ext cx="3743494" cy="21019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AB6F311-10EE-46B0-4F1C-FC473307F3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6" t="7636" r="5290" b="8192"/>
          <a:stretch>
            <a:fillRect/>
          </a:stretch>
        </p:blipFill>
        <p:spPr>
          <a:xfrm>
            <a:off x="7924799" y="2370525"/>
            <a:ext cx="3743494" cy="2044304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2C31A3A5-382E-23E4-7BB0-F4A99C61A15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/>
              <a:t>Feb 5th 2026</a:t>
            </a:r>
            <a:endParaRPr spc="-2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F0A8B-9905-DB9D-61E5-AECA0F135F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lang="en-US" spc="-25" smtClean="0"/>
              <a:t>5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394229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6094" y="241236"/>
            <a:ext cx="646557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What is a Hazard Key?</a:t>
            </a:r>
            <a:endParaRPr spc="-1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DFDF8E-8C7A-038D-3AD6-A9E52CC73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094" y="1577151"/>
            <a:ext cx="9628506" cy="434852"/>
          </a:xfrm>
        </p:spPr>
        <p:txBody>
          <a:bodyPr/>
          <a:lstStyle/>
          <a:p>
            <a:r>
              <a:rPr lang="en-US" sz="2000" b="1" dirty="0">
                <a:latin typeface="+mn-lt"/>
              </a:rPr>
              <a:t>Hazard Key is a structured identifier used in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Siemens Healthineers </a:t>
            </a:r>
          </a:p>
          <a:p>
            <a:endParaRPr lang="en-US" sz="2000" dirty="0">
              <a:latin typeface="+mn-lt"/>
            </a:endParaRPr>
          </a:p>
          <a:p>
            <a:endParaRPr lang="en-US" sz="2000" b="1" dirty="0">
              <a:latin typeface="+mn-l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6</a:t>
            </a:fld>
            <a:endParaRPr spc="-25" dirty="0">
              <a:latin typeface="+mn-lt"/>
            </a:endParaRPr>
          </a:p>
        </p:txBody>
      </p:sp>
      <p:pic>
        <p:nvPicPr>
          <p:cNvPr id="2" name="Picture Placeholder 3">
            <a:extLst>
              <a:ext uri="{FF2B5EF4-FFF2-40B4-BE49-F238E27FC236}">
                <a16:creationId xmlns:a16="http://schemas.microsoft.com/office/drawing/2014/main" id="{C7CB48E2-5568-EBA8-AC99-10723634A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557178" y="244471"/>
            <a:ext cx="1806403" cy="7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DF82D2-8F50-3270-A7E4-FDE990503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970193"/>
            <a:ext cx="8451577" cy="42961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52D761-07B6-223F-3EBE-40D47A92FA08}"/>
              </a:ext>
            </a:extLst>
          </p:cNvPr>
          <p:cNvSpPr txBox="1"/>
          <p:nvPr/>
        </p:nvSpPr>
        <p:spPr>
          <a:xfrm>
            <a:off x="495208" y="670222"/>
            <a:ext cx="3735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+mj-lt"/>
              </a:rPr>
              <a:t>Introduction to the concept of hazard keys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27A1D5-B426-8A3C-8F8F-B708D775063A}"/>
              </a:ext>
            </a:extLst>
          </p:cNvPr>
          <p:cNvSpPr txBox="1"/>
          <p:nvPr/>
        </p:nvSpPr>
        <p:spPr>
          <a:xfrm>
            <a:off x="455096" y="2991414"/>
            <a:ext cx="2062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000" b="1" dirty="0">
                <a:latin typeface="+mn-lt"/>
              </a:rPr>
              <a:t>Function</a:t>
            </a:r>
            <a:endParaRPr lang="en-US" sz="2000" b="1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76CC28-3AAA-7AB4-4D1A-E9F0388FF2F1}"/>
              </a:ext>
            </a:extLst>
          </p:cNvPr>
          <p:cNvSpPr txBox="1"/>
          <p:nvPr/>
        </p:nvSpPr>
        <p:spPr>
          <a:xfrm>
            <a:off x="455098" y="3895687"/>
            <a:ext cx="2062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000" b="1" dirty="0">
                <a:latin typeface="+mn-lt"/>
              </a:rPr>
              <a:t>Cause</a:t>
            </a:r>
            <a:endParaRPr lang="en-US" sz="2000" b="1" dirty="0"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CD793-DDE0-405A-9F41-4ECF3C04CC02}"/>
              </a:ext>
            </a:extLst>
          </p:cNvPr>
          <p:cNvSpPr txBox="1"/>
          <p:nvPr/>
        </p:nvSpPr>
        <p:spPr>
          <a:xfrm>
            <a:off x="455097" y="3426965"/>
            <a:ext cx="2062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000" b="1" dirty="0">
                <a:latin typeface="+mn-lt"/>
              </a:rPr>
              <a:t>Hazard</a:t>
            </a:r>
            <a:endParaRPr lang="en-US" sz="2000" b="1" dirty="0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D3686B-DD97-8544-2452-22D6B562D89E}"/>
              </a:ext>
            </a:extLst>
          </p:cNvPr>
          <p:cNvSpPr txBox="1"/>
          <p:nvPr/>
        </p:nvSpPr>
        <p:spPr>
          <a:xfrm>
            <a:off x="455098" y="4370935"/>
            <a:ext cx="25120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000" b="1" dirty="0">
                <a:latin typeface="+mn-lt"/>
              </a:rPr>
              <a:t>Safety Message </a:t>
            </a:r>
            <a:endParaRPr lang="en-US" sz="2000" b="1" dirty="0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E2C76E-2366-086C-4773-D6FCAE490B0C}"/>
              </a:ext>
            </a:extLst>
          </p:cNvPr>
          <p:cNvSpPr txBox="1"/>
          <p:nvPr/>
        </p:nvSpPr>
        <p:spPr>
          <a:xfrm>
            <a:off x="455098" y="4799378"/>
            <a:ext cx="3815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b="1" dirty="0">
                <a:latin typeface="+mn-lt"/>
              </a:rPr>
              <a:t>Hazard </a:t>
            </a:r>
            <a:r>
              <a:rPr lang="de-DE" sz="2000" b="1" dirty="0">
                <a:latin typeface="+mn-lt"/>
              </a:rPr>
              <a:t>Requirement</a:t>
            </a:r>
            <a:r>
              <a:rPr lang="de-DE" b="1" dirty="0">
                <a:latin typeface="+mn-lt"/>
              </a:rPr>
              <a:t> key </a:t>
            </a:r>
            <a:endParaRPr lang="en-US" b="1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91E64E-4670-12DE-21DE-CDBF1D41FFDC}"/>
              </a:ext>
            </a:extLst>
          </p:cNvPr>
          <p:cNvSpPr txBox="1"/>
          <p:nvPr/>
        </p:nvSpPr>
        <p:spPr>
          <a:xfrm>
            <a:off x="6781800" y="6310532"/>
            <a:ext cx="2018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+mn-lt"/>
              </a:rPr>
              <a:t>Hazard Requirement Key List </a:t>
            </a:r>
            <a:endParaRPr lang="en-US" sz="1200" dirty="0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A281CD-1A05-C645-12AA-9A500619842B}"/>
              </a:ext>
            </a:extLst>
          </p:cNvPr>
          <p:cNvSpPr txBox="1"/>
          <p:nvPr/>
        </p:nvSpPr>
        <p:spPr>
          <a:xfrm>
            <a:off x="455096" y="2428707"/>
            <a:ext cx="216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latin typeface="+mn-lt"/>
              </a:rPr>
              <a:t>It Consists of :</a:t>
            </a:r>
            <a:endParaRPr lang="en-US" sz="2000" b="1" dirty="0">
              <a:latin typeface="+mn-lt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C4CE111-5CF7-3A1F-3E20-2414068FA81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2" grpId="0" build="allAtOnce"/>
      <p:bldP spid="13" grpId="0" build="allAtOnce"/>
      <p:bldP spid="14" grpId="0" build="allAtOnce"/>
      <p:bldP spid="15" grpId="0" build="allAtOnce"/>
      <p:bldP spid="16" grpId="0" build="allAtOnce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4FCEA-208C-A0B5-FFA2-1316D517A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94" y="241236"/>
            <a:ext cx="6465570" cy="369332"/>
          </a:xfrm>
        </p:spPr>
        <p:txBody>
          <a:bodyPr/>
          <a:lstStyle/>
          <a:p>
            <a:r>
              <a:rPr lang="en-US" dirty="0">
                <a:latin typeface="+mn-lt"/>
              </a:rPr>
              <a:t>Safety Message Structure</a:t>
            </a:r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EE43631-219E-951B-1478-023B62977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09" y="4382364"/>
            <a:ext cx="5208905" cy="2156652"/>
          </a:xfrm>
          <a:prstGeom prst="rect">
            <a:avLst/>
          </a:prstGeom>
        </p:spPr>
      </p:pic>
      <p:pic>
        <p:nvPicPr>
          <p:cNvPr id="7" name="Picture 6" descr="A yellow and black text&#10;&#10;AI-generated content may be incorrect.">
            <a:extLst>
              <a:ext uri="{FF2B5EF4-FFF2-40B4-BE49-F238E27FC236}">
                <a16:creationId xmlns:a16="http://schemas.microsoft.com/office/drawing/2014/main" id="{2AD53587-5772-328A-2971-9FC721523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396" y="1484564"/>
            <a:ext cx="4842264" cy="2100256"/>
          </a:xfrm>
          <a:prstGeom prst="rect">
            <a:avLst/>
          </a:prstGeom>
        </p:spPr>
      </p:pic>
      <p:pic>
        <p:nvPicPr>
          <p:cNvPr id="9" name="Picture 8" descr="A white and orange rectangular sign with black text&#10;&#10;AI-generated content may be incorrect.">
            <a:extLst>
              <a:ext uri="{FF2B5EF4-FFF2-40B4-BE49-F238E27FC236}">
                <a16:creationId xmlns:a16="http://schemas.microsoft.com/office/drawing/2014/main" id="{1949647D-B52B-979D-1C44-76484B339D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272" y="3917978"/>
            <a:ext cx="4964419" cy="2156653"/>
          </a:xfrm>
          <a:prstGeom prst="rect">
            <a:avLst/>
          </a:prstGeom>
        </p:spPr>
      </p:pic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D87326C1-D4F1-4C35-C7C7-F6379E280A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665820" y="237913"/>
            <a:ext cx="1806403" cy="72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81D41E-0E06-2D73-DE29-481959F67BBE}"/>
              </a:ext>
            </a:extLst>
          </p:cNvPr>
          <p:cNvSpPr txBox="1"/>
          <p:nvPr/>
        </p:nvSpPr>
        <p:spPr>
          <a:xfrm>
            <a:off x="473437" y="588767"/>
            <a:ext cx="5056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+mj-lt"/>
              </a:rPr>
              <a:t>How safety messages are defined and presented.</a:t>
            </a:r>
            <a:endParaRPr lang="en-US" sz="16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AA392C-3A8D-FD27-E3CB-8EBE01F7B16D}"/>
              </a:ext>
            </a:extLst>
          </p:cNvPr>
          <p:cNvSpPr txBox="1"/>
          <p:nvPr/>
        </p:nvSpPr>
        <p:spPr>
          <a:xfrm>
            <a:off x="506094" y="1357289"/>
            <a:ext cx="4231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Safety Message Components: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3D880C-1D73-AADA-9DB7-3B99A0D1D8A7}"/>
              </a:ext>
            </a:extLst>
          </p:cNvPr>
          <p:cNvSpPr txBox="1"/>
          <p:nvPr/>
        </p:nvSpPr>
        <p:spPr>
          <a:xfrm>
            <a:off x="400003" y="1798529"/>
            <a:ext cx="622939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⚠️</a:t>
            </a:r>
            <a:r>
              <a:rPr lang="en-US" sz="2000" dirty="0">
                <a:latin typeface="+mn-lt"/>
              </a:rPr>
              <a:t>Signal Word: Danger / Warning / Caution / Notice</a:t>
            </a:r>
          </a:p>
          <a:p>
            <a:r>
              <a:rPr 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46E7CE-9BF5-4004-8CE9-78B59221A0C8}"/>
              </a:ext>
            </a:extLst>
          </p:cNvPr>
          <p:cNvSpPr txBox="1"/>
          <p:nvPr/>
        </p:nvSpPr>
        <p:spPr>
          <a:xfrm>
            <a:off x="400003" y="2379722"/>
            <a:ext cx="502384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☠️ </a:t>
            </a:r>
            <a:r>
              <a:rPr lang="en-US" sz="2000" dirty="0"/>
              <a:t>Source: </a:t>
            </a:r>
            <a:r>
              <a:rPr lang="en-US" sz="2000" dirty="0">
                <a:latin typeface="+mn-lt"/>
              </a:rPr>
              <a:t>Cause of the hazard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7BE3C8-4037-9F54-00D2-2E18BE31F595}"/>
              </a:ext>
            </a:extLst>
          </p:cNvPr>
          <p:cNvSpPr txBox="1"/>
          <p:nvPr/>
        </p:nvSpPr>
        <p:spPr>
          <a:xfrm>
            <a:off x="400003" y="2960915"/>
            <a:ext cx="352718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💥</a:t>
            </a:r>
            <a:r>
              <a:rPr lang="en-US" sz="2000" dirty="0">
                <a:latin typeface="+mn-lt"/>
              </a:rPr>
              <a:t>Consequence: Possible harm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D5A952-0487-08EA-0515-D9ACFA666FF8}"/>
              </a:ext>
            </a:extLst>
          </p:cNvPr>
          <p:cNvSpPr txBox="1"/>
          <p:nvPr/>
        </p:nvSpPr>
        <p:spPr>
          <a:xfrm>
            <a:off x="400003" y="3461658"/>
            <a:ext cx="482215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🛡️</a:t>
            </a:r>
            <a:r>
              <a:rPr lang="en-US" sz="2000" dirty="0">
                <a:latin typeface="+mn-lt"/>
              </a:rPr>
              <a:t>Countermeasure: Action to prevent harm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AEC705-7B72-C3EE-D8F2-EBC52FAF2670}"/>
              </a:ext>
            </a:extLst>
          </p:cNvPr>
          <p:cNvSpPr txBox="1"/>
          <p:nvPr/>
        </p:nvSpPr>
        <p:spPr>
          <a:xfrm>
            <a:off x="677309" y="6539016"/>
            <a:ext cx="1507091" cy="21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Technische </a:t>
            </a:r>
            <a:r>
              <a:rPr lang="en-US" sz="800" dirty="0">
                <a:latin typeface="+mn-lt"/>
              </a:rPr>
              <a:t>Fakultät</a:t>
            </a: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54E85AB4-3464-5413-01B5-0B113A831C2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7</a:t>
            </a:fld>
            <a:endParaRPr spc="-25" dirty="0">
              <a:latin typeface="+mn-lt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DD221C4D-E394-0516-A39F-D856F81600F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4202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AAE5D-CB2F-FC6A-9EDF-0BF32909D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94" y="241236"/>
            <a:ext cx="6465570" cy="369332"/>
          </a:xfrm>
        </p:spPr>
        <p:txBody>
          <a:bodyPr/>
          <a:lstStyle/>
          <a:p>
            <a:r>
              <a:rPr lang="en-US" dirty="0"/>
              <a:t>Hazard Requirement Key (HRK)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3A0C1-BBFF-F3AD-62FC-C7D2DA657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700" y="2945000"/>
            <a:ext cx="5448300" cy="854080"/>
          </a:xfrm>
        </p:spPr>
        <p:txBody>
          <a:bodyPr/>
          <a:lstStyle/>
          <a:p>
            <a:r>
              <a:rPr lang="en-US" sz="2000" dirty="0">
                <a:latin typeface="+mn-lt"/>
              </a:rPr>
              <a:t>Example Key: </a:t>
            </a:r>
            <a:r>
              <a:rPr lang="en-US" sz="2000" b="1" dirty="0">
                <a:latin typeface="+mn-lt"/>
              </a:rPr>
              <a:t>hz_ga_F01G01U03M03</a:t>
            </a:r>
          </a:p>
          <a:p>
            <a:r>
              <a:rPr lang="en-US" sz="2000" dirty="0">
                <a:latin typeface="+mn-lt"/>
              </a:rPr>
              <a:t>Used to track safety across the lifecycle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8462C0-B573-1D7A-44DD-67854B5CD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668313"/>
            <a:ext cx="11506200" cy="2318255"/>
          </a:xfrm>
          <a:prstGeom prst="rect">
            <a:avLst/>
          </a:prstGeom>
        </p:spPr>
      </p:pic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17AA85C2-C315-6B89-B95B-6C633035C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610600" y="152400"/>
            <a:ext cx="1806403" cy="7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A6EE6A-9562-DD8F-400B-C503E2508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094" y="6594993"/>
            <a:ext cx="1505843" cy="237765"/>
          </a:xfrm>
          <a:prstGeom prst="rect">
            <a:avLst/>
          </a:prstGeom>
        </p:spPr>
      </p:pic>
      <p:sp>
        <p:nvSpPr>
          <p:cNvPr id="9" name="object 8">
            <a:extLst>
              <a:ext uri="{FF2B5EF4-FFF2-40B4-BE49-F238E27FC236}">
                <a16:creationId xmlns:a16="http://schemas.microsoft.com/office/drawing/2014/main" id="{8CAD68CE-CAA5-6335-C6CB-67AD0E747C8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BD7758-A1EF-DF9D-ABBD-C97EE59DB9CC}"/>
              </a:ext>
            </a:extLst>
          </p:cNvPr>
          <p:cNvSpPr txBox="1"/>
          <p:nvPr/>
        </p:nvSpPr>
        <p:spPr>
          <a:xfrm>
            <a:off x="506094" y="1295400"/>
            <a:ext cx="5080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Internal Siemens Healthineers taxonomy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41F9D6-A491-1CF9-6CBF-91673F48DA98}"/>
              </a:ext>
            </a:extLst>
          </p:cNvPr>
          <p:cNvSpPr txBox="1"/>
          <p:nvPr/>
        </p:nvSpPr>
        <p:spPr>
          <a:xfrm>
            <a:off x="565965" y="1662853"/>
            <a:ext cx="27735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F01:</a:t>
            </a:r>
            <a:r>
              <a:rPr lang="en-US" sz="2000" dirty="0">
                <a:latin typeface="+mn-lt"/>
              </a:rPr>
              <a:t> Function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G01:</a:t>
            </a:r>
            <a:r>
              <a:rPr lang="en-US" sz="2000" dirty="0">
                <a:latin typeface="+mn-lt"/>
              </a:rPr>
              <a:t> Hazard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U03:</a:t>
            </a:r>
            <a:r>
              <a:rPr lang="en-US" sz="2000" dirty="0">
                <a:latin typeface="+mn-lt"/>
              </a:rPr>
              <a:t> Cause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M03:</a:t>
            </a:r>
            <a:r>
              <a:rPr lang="en-US" sz="2000" dirty="0">
                <a:latin typeface="+mn-lt"/>
              </a:rPr>
              <a:t> Safety Message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4F8685E-EF37-D14B-9D70-99EC8AD7BC5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67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86005-FB85-AB4E-1EBE-4B5B61B2A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94" y="241236"/>
            <a:ext cx="6465570" cy="369332"/>
          </a:xfrm>
        </p:spPr>
        <p:txBody>
          <a:bodyPr/>
          <a:lstStyle/>
          <a:p>
            <a:r>
              <a:rPr lang="en-US" dirty="0">
                <a:latin typeface="+mn-lt"/>
              </a:rPr>
              <a:t>Manual Workflow for Hazard Key Creation</a:t>
            </a:r>
          </a:p>
        </p:txBody>
      </p:sp>
      <p:pic>
        <p:nvPicPr>
          <p:cNvPr id="3" name="Picture Placeholder 3">
            <a:extLst>
              <a:ext uri="{FF2B5EF4-FFF2-40B4-BE49-F238E27FC236}">
                <a16:creationId xmlns:a16="http://schemas.microsoft.com/office/drawing/2014/main" id="{2C05DBEF-002B-EB7C-41F6-2E94CBFDA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686800" y="241236"/>
            <a:ext cx="1806403" cy="72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4B3952-4B26-F70A-7788-C5004CE4359E}"/>
              </a:ext>
            </a:extLst>
          </p:cNvPr>
          <p:cNvSpPr txBox="1"/>
          <p:nvPr/>
        </p:nvSpPr>
        <p:spPr>
          <a:xfrm>
            <a:off x="405448" y="622682"/>
            <a:ext cx="6199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+mn-lt"/>
              </a:rPr>
              <a:t>The current manual process used in risk management documentation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CDCC28-0B7C-F0FD-E8E4-85B76DB75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7" t="2133" r="7652" b="61799"/>
          <a:stretch>
            <a:fillRect/>
          </a:stretch>
        </p:blipFill>
        <p:spPr>
          <a:xfrm>
            <a:off x="173449" y="1981200"/>
            <a:ext cx="5922551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49D3E8-CCDB-E485-BA30-EC04A4B7A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" t="38234" b="6210"/>
          <a:stretch>
            <a:fillRect/>
          </a:stretch>
        </p:blipFill>
        <p:spPr>
          <a:xfrm>
            <a:off x="5570604" y="1752600"/>
            <a:ext cx="6621396" cy="44827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35C249-6942-22FB-3E1D-721535985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094" y="6616764"/>
            <a:ext cx="1505843" cy="2377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E86D29-ACAE-F6E9-7786-A32FC6C87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6616764"/>
            <a:ext cx="969348" cy="225572"/>
          </a:xfrm>
          <a:prstGeom prst="rect">
            <a:avLst/>
          </a:prstGeom>
        </p:spPr>
      </p:pic>
      <p:sp>
        <p:nvSpPr>
          <p:cNvPr id="14" name="object 8">
            <a:extLst>
              <a:ext uri="{FF2B5EF4-FFF2-40B4-BE49-F238E27FC236}">
                <a16:creationId xmlns:a16="http://schemas.microsoft.com/office/drawing/2014/main" id="{F69F0BE5-96D2-43A8-2F60-92640E8DCCE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9</a:t>
            </a:fld>
            <a:endParaRPr spc="-25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75344-A169-6215-A2CF-DBF1B5F8562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 spc="-10"/>
              <a:t>Feb 5th 2026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326333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A03B4-A925-F369-6DF8-EC007544C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94" y="241236"/>
            <a:ext cx="6465570" cy="369332"/>
          </a:xfrm>
        </p:spPr>
        <p:txBody>
          <a:bodyPr/>
          <a:lstStyle/>
          <a:p>
            <a:r>
              <a:rPr lang="en-US" dirty="0">
                <a:latin typeface="+mn-lt"/>
              </a:rPr>
              <a:t>Challenges 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3B0185D4-4973-4BE7-EE81-9F14244F8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686800" y="241236"/>
            <a:ext cx="1806403" cy="72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A2E8D8-C430-EF19-59C3-0E042E98A063}"/>
              </a:ext>
            </a:extLst>
          </p:cNvPr>
          <p:cNvSpPr txBox="1"/>
          <p:nvPr/>
        </p:nvSpPr>
        <p:spPr>
          <a:xfrm>
            <a:off x="506094" y="685800"/>
            <a:ext cx="5208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+mj-lt"/>
              </a:rPr>
              <a:t>Key limitations of the current manual approach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8AB79-A3F9-B4F9-67F2-CA1504C4370A}"/>
              </a:ext>
            </a:extLst>
          </p:cNvPr>
          <p:cNvSpPr txBox="1"/>
          <p:nvPr/>
        </p:nvSpPr>
        <p:spPr>
          <a:xfrm>
            <a:off x="506094" y="1719511"/>
            <a:ext cx="32766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n-lt"/>
              </a:rPr>
              <a:t>🧠</a:t>
            </a:r>
            <a:r>
              <a:rPr lang="en-US" sz="2000" dirty="0">
                <a:latin typeface="+mn-lt"/>
              </a:rPr>
              <a:t> </a:t>
            </a:r>
            <a:r>
              <a:rPr lang="en-US" sz="2000" b="1" dirty="0">
                <a:latin typeface="+mn-lt"/>
              </a:rPr>
              <a:t>Human Effort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Expert-dependent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High cognitive load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3B6BF3-A91E-445B-7321-035B73174F51}"/>
              </a:ext>
            </a:extLst>
          </p:cNvPr>
          <p:cNvSpPr txBox="1"/>
          <p:nvPr/>
        </p:nvSpPr>
        <p:spPr>
          <a:xfrm>
            <a:off x="3124200" y="3200400"/>
            <a:ext cx="40386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dirty="0">
                <a:latin typeface="+mn-lt"/>
              </a:rPr>
              <a:t>⏱️</a:t>
            </a:r>
            <a:r>
              <a:rPr lang="en-US" sz="2000" b="1" dirty="0">
                <a:latin typeface="+mn-lt"/>
              </a:rPr>
              <a:t> Process Inefficiency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Time-consuming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Multi-team coordination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AC46BE-3EEC-11D2-6CA6-D0F9AFE6314C}"/>
              </a:ext>
            </a:extLst>
          </p:cNvPr>
          <p:cNvSpPr txBox="1"/>
          <p:nvPr/>
        </p:nvSpPr>
        <p:spPr>
          <a:xfrm>
            <a:off x="7696200" y="4343400"/>
            <a:ext cx="366318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3600" b="1" dirty="0"/>
              <a:t>📈</a:t>
            </a:r>
            <a:r>
              <a:rPr lang="en-US" sz="2800" b="1" dirty="0"/>
              <a:t> </a:t>
            </a:r>
            <a:r>
              <a:rPr lang="en-US" sz="2000" b="1" dirty="0">
                <a:latin typeface="+mn-lt"/>
              </a:rPr>
              <a:t>Scalability &amp;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Consistency &amp; traceability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Hard to scale with complexity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5A5762-67C4-E7AD-554E-5D9D90772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94" y="6616764"/>
            <a:ext cx="1505843" cy="237765"/>
          </a:xfrm>
          <a:prstGeom prst="rect">
            <a:avLst/>
          </a:prstGeom>
        </p:spPr>
      </p:pic>
      <p:sp>
        <p:nvSpPr>
          <p:cNvPr id="13" name="object 8">
            <a:extLst>
              <a:ext uri="{FF2B5EF4-FFF2-40B4-BE49-F238E27FC236}">
                <a16:creationId xmlns:a16="http://schemas.microsoft.com/office/drawing/2014/main" id="{3742A385-CD83-E43C-BA4B-DA07125C848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10</a:t>
            </a:fld>
            <a:endParaRPr spc="-25" dirty="0">
              <a:latin typeface="+mn-lt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6610850A-6CCC-D955-9ECC-6966DB1FC6C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739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5676" y="2971800"/>
            <a:ext cx="8473124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000" dirty="0">
                <a:solidFill>
                  <a:schemeClr val="bg1"/>
                </a:solidFill>
                <a:latin typeface="+mn-lt"/>
              </a:rPr>
              <a:t>Problem Statement</a:t>
            </a:r>
            <a:endParaRPr sz="4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11</a:t>
            </a:fld>
            <a:endParaRPr spc="-25" dirty="0">
              <a:latin typeface="+mn-lt"/>
            </a:endParaRPr>
          </a:p>
        </p:txBody>
      </p:sp>
      <p:pic>
        <p:nvPicPr>
          <p:cNvPr id="6" name="Picture Placeholder 3">
            <a:extLst>
              <a:ext uri="{FF2B5EF4-FFF2-40B4-BE49-F238E27FC236}">
                <a16:creationId xmlns:a16="http://schemas.microsoft.com/office/drawing/2014/main" id="{B12A6529-908C-BB37-306E-600A429A9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458200" y="228600"/>
            <a:ext cx="1806403" cy="720000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E4304407-2D8A-9D8B-325D-3F18CDF7324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6094" y="241236"/>
            <a:ext cx="9399906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dirty="0"/>
              <a:t>Motivation</a:t>
            </a:r>
            <a:endParaRPr dirty="0">
              <a:latin typeface="+mj-l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050DD9-6E39-2AD5-D308-F04DDA7AE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094" y="1577149"/>
            <a:ext cx="4218306" cy="615553"/>
          </a:xfrm>
        </p:spPr>
        <p:txBody>
          <a:bodyPr/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Why is Support Needed?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endParaRPr lang="en-US" sz="20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A62DCC-93E0-92D4-2C30-F61871AC6589}"/>
              </a:ext>
            </a:extLst>
          </p:cNvPr>
          <p:cNvSpPr txBox="1"/>
          <p:nvPr/>
        </p:nvSpPr>
        <p:spPr>
          <a:xfrm>
            <a:off x="381000" y="627239"/>
            <a:ext cx="38363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+mn-lt"/>
              </a:rPr>
              <a:t>Why automation and support are necessary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EC76B1-0956-D24E-2AB7-884DC4199B72}"/>
              </a:ext>
            </a:extLst>
          </p:cNvPr>
          <p:cNvSpPr txBox="1"/>
          <p:nvPr/>
        </p:nvSpPr>
        <p:spPr>
          <a:xfrm>
            <a:off x="473437" y="1998255"/>
            <a:ext cx="6096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📈</a:t>
            </a:r>
            <a:r>
              <a:rPr lang="en-US" sz="2400" b="1" dirty="0"/>
              <a:t> </a:t>
            </a:r>
            <a:r>
              <a:rPr lang="en-US" sz="2000" b="1" dirty="0">
                <a:latin typeface="+mn-lt"/>
              </a:rPr>
              <a:t>System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Growing CT system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Increasing safety documentation volume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AE4130-D3D8-62B0-B031-48EE1686AFF9}"/>
              </a:ext>
            </a:extLst>
          </p:cNvPr>
          <p:cNvSpPr txBox="1"/>
          <p:nvPr/>
        </p:nvSpPr>
        <p:spPr>
          <a:xfrm>
            <a:off x="3810000" y="3581400"/>
            <a:ext cx="4046301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3600" dirty="0">
                <a:latin typeface="+mn-lt"/>
              </a:rPr>
              <a:t>⚙️</a:t>
            </a:r>
            <a:r>
              <a:rPr lang="en-US" sz="2000" dirty="0">
                <a:latin typeface="+mn-lt"/>
              </a:rPr>
              <a:t> </a:t>
            </a:r>
            <a:r>
              <a:rPr lang="en-US" sz="2000" b="1" dirty="0">
                <a:latin typeface="+mn-lt"/>
              </a:rPr>
              <a:t>Process 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Manual process does not scale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Risk of inconsistent safety messages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E3500-4083-A546-3DB5-236BD7106524}"/>
              </a:ext>
            </a:extLst>
          </p:cNvPr>
          <p:cNvSpPr txBox="1"/>
          <p:nvPr/>
        </p:nvSpPr>
        <p:spPr>
          <a:xfrm>
            <a:off x="7848600" y="4953000"/>
            <a:ext cx="35814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3600" b="1" dirty="0">
                <a:latin typeface="+mn-lt"/>
              </a:rPr>
              <a:t>👩‍💼</a:t>
            </a:r>
            <a:r>
              <a:rPr lang="en-US" sz="2000" b="1" dirty="0">
                <a:latin typeface="+mn-lt"/>
              </a:rPr>
              <a:t> Expert Effort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High workload for expert teams</a:t>
            </a:r>
          </a:p>
        </p:txBody>
      </p:sp>
      <p:pic>
        <p:nvPicPr>
          <p:cNvPr id="13" name="Picture Placeholder 3">
            <a:extLst>
              <a:ext uri="{FF2B5EF4-FFF2-40B4-BE49-F238E27FC236}">
                <a16:creationId xmlns:a16="http://schemas.microsoft.com/office/drawing/2014/main" id="{6F841575-5B99-485D-3E02-EF9228EE6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686800" y="241236"/>
            <a:ext cx="1806403" cy="720000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80E5A6E9-F014-88D7-3EC6-5E304C227A7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0" grpId="0" build="allAtOnce"/>
      <p:bldP spid="11" grpId="0" build="allAtOnce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6094" y="210996"/>
            <a:ext cx="646557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+mj-lt"/>
              </a:rPr>
              <a:t>Problem Statement &amp; Research Questions</a:t>
            </a:r>
            <a:endParaRPr spc="-10" dirty="0">
              <a:latin typeface="+mj-l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2C3006-9C33-188D-7773-14633A20E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38726" y="4920425"/>
            <a:ext cx="11457306" cy="669414"/>
          </a:xfrm>
        </p:spPr>
        <p:txBody>
          <a:bodyPr/>
          <a:lstStyle/>
          <a:p>
            <a:r>
              <a:rPr lang="en-US" sz="2800" dirty="0"/>
              <a:t>🤔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RQ2: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000" dirty="0">
                <a:latin typeface="+mn-lt"/>
              </a:rPr>
              <a:t>How can compliance and data protection be ensured?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8C5180-E20E-CDF3-AFEE-0405020BD2D4}"/>
              </a:ext>
            </a:extLst>
          </p:cNvPr>
          <p:cNvSpPr txBox="1"/>
          <p:nvPr/>
        </p:nvSpPr>
        <p:spPr>
          <a:xfrm>
            <a:off x="506094" y="593152"/>
            <a:ext cx="3802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+mj-lt"/>
              </a:rPr>
              <a:t>Core problem definition and research focus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1F616-5DB3-FF26-4697-5C4184A3B103}"/>
              </a:ext>
            </a:extLst>
          </p:cNvPr>
          <p:cNvSpPr txBox="1"/>
          <p:nvPr/>
        </p:nvSpPr>
        <p:spPr>
          <a:xfrm>
            <a:off x="527865" y="150026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Problem Statements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8FC642-E36F-B81B-716F-8FDE1B9BAF31}"/>
              </a:ext>
            </a:extLst>
          </p:cNvPr>
          <p:cNvSpPr txBox="1"/>
          <p:nvPr/>
        </p:nvSpPr>
        <p:spPr>
          <a:xfrm>
            <a:off x="367347" y="2089760"/>
            <a:ext cx="102381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+mn-lt"/>
              </a:rPr>
              <a:t>⚠️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PS1:</a:t>
            </a:r>
            <a:r>
              <a:rPr lang="en-US" sz="2000" dirty="0"/>
              <a:t> </a:t>
            </a:r>
            <a:r>
              <a:rPr lang="en-US" sz="2000" dirty="0">
                <a:latin typeface="+mn-lt"/>
              </a:rPr>
              <a:t>User-friendly GenAI support for hazard key creation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6E6AF2-9E95-8CCD-5363-80BB2B84EB6D}"/>
              </a:ext>
            </a:extLst>
          </p:cNvPr>
          <p:cNvSpPr txBox="1"/>
          <p:nvPr/>
        </p:nvSpPr>
        <p:spPr>
          <a:xfrm>
            <a:off x="367347" y="2807490"/>
            <a:ext cx="114573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latin typeface="+mn-lt"/>
              </a:rPr>
              <a:t>⚠️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libri"/>
                <a:ea typeface="+mn-ea"/>
                <a:cs typeface="Arial"/>
              </a:rPr>
              <a:t>PS2:</a:t>
            </a:r>
            <a:r>
              <a:rPr lang="en-US" sz="2000" dirty="0"/>
              <a:t> </a:t>
            </a:r>
            <a:r>
              <a:rPr lang="en-US" sz="2000" dirty="0">
                <a:latin typeface="+mn-lt"/>
              </a:rPr>
              <a:t>Regulatory &amp; data-protection compliant system design</a:t>
            </a:r>
            <a:endParaRPr lang="en-US" sz="2000" dirty="0">
              <a:solidFill>
                <a:prstClr val="black"/>
              </a:solidFill>
              <a:latin typeface="+mn-lt"/>
              <a:ea typeface="+mn-ea"/>
              <a:cs typeface="Arial"/>
            </a:endParaRPr>
          </a:p>
          <a:p>
            <a:endParaRPr lang="en-US" sz="2000" dirty="0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0A4D53-94B9-9824-74B8-CC26C40E8746}"/>
              </a:ext>
            </a:extLst>
          </p:cNvPr>
          <p:cNvSpPr txBox="1"/>
          <p:nvPr/>
        </p:nvSpPr>
        <p:spPr>
          <a:xfrm>
            <a:off x="5138726" y="351962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Research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Questions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6FEF46-EA76-72D2-7058-162BD3BCA9FF}"/>
              </a:ext>
            </a:extLst>
          </p:cNvPr>
          <p:cNvSpPr txBox="1"/>
          <p:nvPr/>
        </p:nvSpPr>
        <p:spPr>
          <a:xfrm>
            <a:off x="4946703" y="4017846"/>
            <a:ext cx="7378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🤔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RQ1:</a:t>
            </a:r>
            <a:r>
              <a:rPr lang="en-US" dirty="0"/>
              <a:t> </a:t>
            </a:r>
            <a:r>
              <a:rPr lang="en-US" sz="2000" dirty="0">
                <a:latin typeface="+mn-lt"/>
              </a:rPr>
              <a:t>How can GenAI support hazard key generation effectively?</a:t>
            </a:r>
          </a:p>
        </p:txBody>
      </p:sp>
      <p:pic>
        <p:nvPicPr>
          <p:cNvPr id="20" name="Picture Placeholder 3">
            <a:extLst>
              <a:ext uri="{FF2B5EF4-FFF2-40B4-BE49-F238E27FC236}">
                <a16:creationId xmlns:a16="http://schemas.microsoft.com/office/drawing/2014/main" id="{BC73DBE5-A81D-C899-7AB1-9EFBE53BA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686800" y="241236"/>
            <a:ext cx="1806403" cy="7200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B7672B23-D675-41E3-B875-A0E31704A40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9" grpId="0"/>
      <p:bldP spid="14" grpId="0"/>
      <p:bldP spid="15" grpId="0"/>
      <p:bldP spid="18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6094" y="3070224"/>
            <a:ext cx="589216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000" dirty="0">
                <a:solidFill>
                  <a:srgbClr val="FFFFFF"/>
                </a:solidFill>
                <a:latin typeface="+mj-lt"/>
              </a:rPr>
              <a:t>Methodology</a:t>
            </a:r>
            <a:endParaRPr sz="4000" dirty="0">
              <a:latin typeface="+mj-l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14</a:t>
            </a:fld>
            <a:endParaRPr spc="-25" dirty="0">
              <a:latin typeface="+mn-lt"/>
            </a:endParaRPr>
          </a:p>
        </p:txBody>
      </p:sp>
      <p:pic>
        <p:nvPicPr>
          <p:cNvPr id="6" name="Picture Placeholder 3">
            <a:extLst>
              <a:ext uri="{FF2B5EF4-FFF2-40B4-BE49-F238E27FC236}">
                <a16:creationId xmlns:a16="http://schemas.microsoft.com/office/drawing/2014/main" id="{6F3C65D7-772F-D12A-0C32-D710120B5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557178" y="228600"/>
            <a:ext cx="1806403" cy="720000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1C33349F-1031-227A-B7EB-4CC73EB395B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3D3829B-2C74-ADCA-7989-6A2BABC1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94" y="241236"/>
            <a:ext cx="6465570" cy="369332"/>
          </a:xfrm>
        </p:spPr>
        <p:txBody>
          <a:bodyPr/>
          <a:lstStyle/>
          <a:p>
            <a:r>
              <a:rPr lang="en-US">
                <a:latin typeface="+mj-lt"/>
              </a:rPr>
              <a:t>Research Methodology and Goals</a:t>
            </a:r>
            <a:endParaRPr lang="en-IN" dirty="0">
              <a:latin typeface="+mj-l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lang="en-US" spc="-25" smtClean="0">
                <a:latin typeface="+mn-lt"/>
              </a:rPr>
              <a:t>15</a:t>
            </a:fld>
            <a:endParaRPr lang="en-US" spc="-25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10D988-CDFD-D604-15DA-BCFE4585FBFE}"/>
              </a:ext>
            </a:extLst>
          </p:cNvPr>
          <p:cNvSpPr txBox="1"/>
          <p:nvPr/>
        </p:nvSpPr>
        <p:spPr>
          <a:xfrm>
            <a:off x="381000" y="666620"/>
            <a:ext cx="5820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+mj-lt"/>
              </a:rPr>
              <a:t>Design Science approach for developing and evaluating the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2CF02-80B1-B429-168D-9455231863BF}"/>
              </a:ext>
            </a:extLst>
          </p:cNvPr>
          <p:cNvSpPr txBox="1"/>
          <p:nvPr/>
        </p:nvSpPr>
        <p:spPr>
          <a:xfrm>
            <a:off x="381000" y="1797011"/>
            <a:ext cx="7696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👁️</a:t>
            </a:r>
            <a:r>
              <a:rPr lang="en-US" b="1" dirty="0"/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Observation: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000" dirty="0">
                <a:latin typeface="+mn-lt"/>
              </a:rPr>
              <a:t>Analyze current hazard key workflow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7AF24C-8EFC-54F8-6ACB-76B12D138065}"/>
              </a:ext>
            </a:extLst>
          </p:cNvPr>
          <p:cNvSpPr txBox="1"/>
          <p:nvPr/>
        </p:nvSpPr>
        <p:spPr>
          <a:xfrm>
            <a:off x="381000" y="2576835"/>
            <a:ext cx="6854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📚</a:t>
            </a:r>
            <a:r>
              <a:rPr lang="en-US" sz="2800" b="1" dirty="0"/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Theory Building: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000" dirty="0">
                <a:latin typeface="+mn-lt"/>
              </a:rPr>
              <a:t>Study GenAI &amp; retrieval-based methods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B76906-22CD-64EF-100A-FE785AC40B7D}"/>
              </a:ext>
            </a:extLst>
          </p:cNvPr>
          <p:cNvSpPr txBox="1"/>
          <p:nvPr/>
        </p:nvSpPr>
        <p:spPr>
          <a:xfrm>
            <a:off x="381000" y="3538269"/>
            <a:ext cx="6473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+mn-lt"/>
              </a:rPr>
              <a:t>💻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System Development: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000" dirty="0">
                <a:latin typeface="+mn-lt"/>
              </a:rPr>
              <a:t>Build GenAI chatbot prototype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CF9BDF-3689-B61D-2B4E-AD87265B7C4D}"/>
              </a:ext>
            </a:extLst>
          </p:cNvPr>
          <p:cNvSpPr txBox="1"/>
          <p:nvPr/>
        </p:nvSpPr>
        <p:spPr>
          <a:xfrm>
            <a:off x="413657" y="449970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n-lt"/>
              </a:rPr>
              <a:t>🧪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Evaluation: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000" dirty="0">
                <a:latin typeface="+mn-lt"/>
              </a:rPr>
              <a:t>Expert-based cognitive walkthrough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A7CE21-F2C5-EE4D-B1BE-5B52D66EEBD3}"/>
              </a:ext>
            </a:extLst>
          </p:cNvPr>
          <p:cNvSpPr txBox="1"/>
          <p:nvPr/>
        </p:nvSpPr>
        <p:spPr>
          <a:xfrm>
            <a:off x="581044" y="6324600"/>
            <a:ext cx="42338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This research follows the Design Science Research methodology proposed by Nunamaker &amp; Chen</a:t>
            </a:r>
          </a:p>
        </p:txBody>
      </p:sp>
      <p:pic>
        <p:nvPicPr>
          <p:cNvPr id="22" name="Picture Placeholder 3">
            <a:extLst>
              <a:ext uri="{FF2B5EF4-FFF2-40B4-BE49-F238E27FC236}">
                <a16:creationId xmlns:a16="http://schemas.microsoft.com/office/drawing/2014/main" id="{A82B0396-3A61-0560-32B0-624192775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546292" y="241236"/>
            <a:ext cx="1806403" cy="72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2A88D59-C7AC-45FE-154E-04B39AFD00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830" y="2737117"/>
            <a:ext cx="5265770" cy="3725864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DFCF80A7-B477-C86C-54C6-A7B4E402A61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8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56742-2E57-F77C-474B-CD4403AB6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94" y="241236"/>
            <a:ext cx="6465570" cy="369332"/>
          </a:xfrm>
        </p:spPr>
        <p:txBody>
          <a:bodyPr/>
          <a:lstStyle/>
          <a:p>
            <a:r>
              <a:rPr lang="en-US" dirty="0">
                <a:latin typeface="+mn-lt"/>
              </a:rPr>
              <a:t>Technical Approach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AFF8DDA3-D470-5217-67CF-32F5E67F9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382000" y="250568"/>
            <a:ext cx="1806403" cy="72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480557-6D41-2630-AF23-6C118CD885F0}"/>
              </a:ext>
            </a:extLst>
          </p:cNvPr>
          <p:cNvSpPr txBox="1"/>
          <p:nvPr/>
        </p:nvSpPr>
        <p:spPr>
          <a:xfrm>
            <a:off x="381000" y="632014"/>
            <a:ext cx="62327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+mj-lt"/>
              </a:rPr>
              <a:t>GenAI and Retrieval-Augmented Generation for safe hazard key creation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E7E6F27-667B-D252-3D40-BEB38DA29F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51" y="1295400"/>
            <a:ext cx="5328649" cy="3200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CB9B4EF-719A-601C-87DD-5273A91633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295400"/>
            <a:ext cx="5557248" cy="32290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1FE4AA7-E009-997E-1680-FD2FBA5FD0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524412"/>
            <a:ext cx="11658600" cy="194492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0F5BBD39-F0CD-567C-E8DE-4551AA560AF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57E65DF6-76F6-1877-5358-EEA5D3D0119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16</a:t>
            </a:fld>
            <a:endParaRPr spc="-2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701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E353-54C3-CEBF-027D-C070192B4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94" y="241236"/>
            <a:ext cx="6465570" cy="369332"/>
          </a:xfrm>
        </p:spPr>
        <p:txBody>
          <a:bodyPr/>
          <a:lstStyle/>
          <a:p>
            <a:r>
              <a:rPr lang="en-US" dirty="0">
                <a:latin typeface="+mn-lt"/>
              </a:rPr>
              <a:t>Retrieval-First Strategy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3D05B-504A-8A9D-0E8A-5399C57FF50F}"/>
              </a:ext>
            </a:extLst>
          </p:cNvPr>
          <p:cNvSpPr txBox="1"/>
          <p:nvPr/>
        </p:nvSpPr>
        <p:spPr>
          <a:xfrm>
            <a:off x="506094" y="610568"/>
            <a:ext cx="45127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tx2"/>
                </a:solidFill>
                <a:latin typeface="+mn-lt"/>
              </a:rPr>
              <a:t>Ensuring safe and consistent Hazard key Generation</a:t>
            </a:r>
            <a:endParaRPr lang="en-US" sz="1600" dirty="0">
              <a:solidFill>
                <a:schemeClr val="tx2"/>
              </a:solidFill>
              <a:latin typeface="+mn-lt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4F424EE-21C3-B119-C1AE-D323F40E14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4043462"/>
              </p:ext>
            </p:extLst>
          </p:nvPr>
        </p:nvGraphicFramePr>
        <p:xfrm>
          <a:off x="838200" y="979901"/>
          <a:ext cx="10972800" cy="4887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EA47765B-FBCE-D44F-026F-0C0F3F59B4C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56" y="2626114"/>
            <a:ext cx="1702825" cy="12707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A3677B-77EF-6261-2885-175C4A81EE6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971800"/>
            <a:ext cx="1397084" cy="13060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177344-2859-AC0E-FC2C-89131781E7E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84" y="2590800"/>
            <a:ext cx="1981200" cy="13060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927CE3-54F0-C0EF-BD6E-B6389998487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383" y="2971800"/>
            <a:ext cx="1628417" cy="132676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1CDE42F-429D-E54D-38DD-2C1ECD5DEFC0}"/>
              </a:ext>
            </a:extLst>
          </p:cNvPr>
          <p:cNvSpPr/>
          <p:nvPr/>
        </p:nvSpPr>
        <p:spPr>
          <a:xfrm>
            <a:off x="1059656" y="5655872"/>
            <a:ext cx="10439400" cy="42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Retrieval before Generation reduces risks and improves consistency </a:t>
            </a:r>
            <a:endParaRPr lang="en-US" sz="2000" b="1" dirty="0"/>
          </a:p>
        </p:txBody>
      </p:sp>
      <p:pic>
        <p:nvPicPr>
          <p:cNvPr id="18" name="Picture Placeholder 3">
            <a:extLst>
              <a:ext uri="{FF2B5EF4-FFF2-40B4-BE49-F238E27FC236}">
                <a16:creationId xmlns:a16="http://schemas.microsoft.com/office/drawing/2014/main" id="{FD4C67E2-89EB-4BE9-7C9B-98BDA3ED99C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382000" y="250568"/>
            <a:ext cx="1806403" cy="720000"/>
          </a:xfrm>
          <a:prstGeom prst="rect">
            <a:avLst/>
          </a:prstGeom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8D5E799F-A808-D202-CD8C-B8FEFC08E82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4B2C6AED-A063-45F7-E2C7-A4DD883F212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17</a:t>
            </a:fld>
            <a:endParaRPr spc="-2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246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52A7-C882-D188-8A1E-6BF5895BE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94" y="241236"/>
            <a:ext cx="6465570" cy="369332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7E460-F798-70F0-BD2B-34806706EF0F}"/>
              </a:ext>
            </a:extLst>
          </p:cNvPr>
          <p:cNvSpPr txBox="1"/>
          <p:nvPr/>
        </p:nvSpPr>
        <p:spPr>
          <a:xfrm>
            <a:off x="506094" y="643898"/>
            <a:ext cx="4163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+mn-lt"/>
              </a:rPr>
              <a:t>Architecture of the GenAI-based Safety Chatbot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87E76-8DCE-DDEC-DFEF-8FC5FE5E120C}"/>
              </a:ext>
            </a:extLst>
          </p:cNvPr>
          <p:cNvSpPr txBox="1"/>
          <p:nvPr/>
        </p:nvSpPr>
        <p:spPr>
          <a:xfrm>
            <a:off x="506094" y="1600200"/>
            <a:ext cx="2694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dirty="0"/>
              <a:t>📝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User Input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2B80-DB7A-7F3E-BD86-BFD260CDDF96}"/>
              </a:ext>
            </a:extLst>
          </p:cNvPr>
          <p:cNvSpPr txBox="1"/>
          <p:nvPr/>
        </p:nvSpPr>
        <p:spPr>
          <a:xfrm>
            <a:off x="1447800" y="2235645"/>
            <a:ext cx="190500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Function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Hazard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Cause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0C0A83-0FA9-5F8C-540B-722A47CF4295}"/>
              </a:ext>
            </a:extLst>
          </p:cNvPr>
          <p:cNvSpPr txBox="1"/>
          <p:nvPr/>
        </p:nvSpPr>
        <p:spPr>
          <a:xfrm>
            <a:off x="3048000" y="297219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dirty="0"/>
              <a:t>⚙️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Processing Pipeline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9149ACBC-0190-9470-BB82-7ADE9DFC1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7355" y="3531319"/>
            <a:ext cx="4871847" cy="1841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🔎Embedding &amp; Similarity Search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♻️ Retrieval of existing safety messages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🤖 LLM generation (fallback only)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2010E6-E3EE-EF07-0D2E-31E15E438DD9}"/>
              </a:ext>
            </a:extLst>
          </p:cNvPr>
          <p:cNvSpPr txBox="1"/>
          <p:nvPr/>
        </p:nvSpPr>
        <p:spPr>
          <a:xfrm>
            <a:off x="8077200" y="47265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📄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Output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BFAF0C0B-EED6-2080-1799-F9C6377FE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1" y="5212037"/>
            <a:ext cx="2286000" cy="967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Safety Message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HRK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5203EE-139B-2CF8-500C-E57CE4285268}"/>
              </a:ext>
            </a:extLst>
          </p:cNvPr>
          <p:cNvSpPr txBox="1"/>
          <p:nvPr/>
        </p:nvSpPr>
        <p:spPr>
          <a:xfrm>
            <a:off x="506094" y="5964176"/>
            <a:ext cx="65525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n-lt"/>
              </a:rPr>
              <a:t>Key Principle: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👉 🤖 </a:t>
            </a:r>
            <a:r>
              <a:rPr lang="en-US" sz="1600" i="1" dirty="0">
                <a:latin typeface="+mn-lt"/>
              </a:rPr>
              <a:t>LLM is used only when no reliable existing safety message is found.</a:t>
            </a:r>
            <a:endParaRPr lang="en-US" sz="1600" dirty="0">
              <a:latin typeface="+mn-lt"/>
            </a:endParaRPr>
          </a:p>
        </p:txBody>
      </p:sp>
      <p:pic>
        <p:nvPicPr>
          <p:cNvPr id="25" name="Picture Placeholder 3">
            <a:extLst>
              <a:ext uri="{FF2B5EF4-FFF2-40B4-BE49-F238E27FC236}">
                <a16:creationId xmlns:a16="http://schemas.microsoft.com/office/drawing/2014/main" id="{95600302-E71E-E6AD-7F6B-E48C4DE08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382000" y="250568"/>
            <a:ext cx="1806403" cy="720000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DB141A1F-EE95-7A00-506B-EF8AE3F80ED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E3DB1C5-4B7B-58AF-29F1-D85D9F8F403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18</a:t>
            </a:fld>
            <a:endParaRPr spc="-2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7101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9" grpId="0"/>
      <p:bldP spid="21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97925868-C080-3783-EC97-E08CC2B3BF89}"/>
              </a:ext>
            </a:extLst>
          </p:cNvPr>
          <p:cNvSpPr txBox="1">
            <a:spLocks/>
          </p:cNvSpPr>
          <p:nvPr/>
        </p:nvSpPr>
        <p:spPr>
          <a:xfrm>
            <a:off x="506094" y="3070224"/>
            <a:ext cx="8790306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400" b="1" i="0">
                <a:solidFill>
                  <a:srgbClr val="041E42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sz="4000" dirty="0">
                <a:solidFill>
                  <a:schemeClr val="bg1"/>
                </a:solidFill>
                <a:latin typeface="+mn-lt"/>
              </a:rPr>
              <a:t>Implementation</a:t>
            </a:r>
            <a:endParaRPr lang="en-IN" sz="395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Picture Placeholder 3">
            <a:extLst>
              <a:ext uri="{FF2B5EF4-FFF2-40B4-BE49-F238E27FC236}">
                <a16:creationId xmlns:a16="http://schemas.microsoft.com/office/drawing/2014/main" id="{A864F086-A168-CE78-1221-8C0D0AB59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382000" y="250568"/>
            <a:ext cx="1806403" cy="720000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A3074F3D-D2EE-EF00-8199-AE1EC9703E6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45F1DE8B-D212-B977-5BD6-A1547E00026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19</a:t>
            </a:fld>
            <a:endParaRPr spc="-2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3218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84F7-4B70-948D-AA31-562EB1A84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6465570" cy="369332"/>
          </a:xfrm>
        </p:spPr>
        <p:txBody>
          <a:bodyPr/>
          <a:lstStyle/>
          <a:p>
            <a:r>
              <a:rPr lang="en-US" dirty="0">
                <a:latin typeface="+mn-lt"/>
              </a:rPr>
              <a:t>Implementation Details</a:t>
            </a:r>
            <a:endParaRPr lang="en-IN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34C8B-CF87-EB46-F41B-D2F1B2EB31B6}"/>
              </a:ext>
            </a:extLst>
          </p:cNvPr>
          <p:cNvSpPr txBox="1"/>
          <p:nvPr/>
        </p:nvSpPr>
        <p:spPr>
          <a:xfrm>
            <a:off x="609600" y="82653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+mn-lt"/>
              </a:rPr>
              <a:t>Technologies used for the prototype 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2E732-2F0C-73AF-5237-9AF71F094F25}"/>
              </a:ext>
            </a:extLst>
          </p:cNvPr>
          <p:cNvSpPr txBox="1"/>
          <p:nvPr/>
        </p:nvSpPr>
        <p:spPr>
          <a:xfrm>
            <a:off x="1752600" y="184054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+mn-lt"/>
              </a:rPr>
              <a:t>Python-based prototype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BA2ABF-63DF-6D53-1AC0-AB62A2735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52" y="1632130"/>
            <a:ext cx="816948" cy="8169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2669CD-BA2D-12FC-4304-45A9743263DD}"/>
              </a:ext>
            </a:extLst>
          </p:cNvPr>
          <p:cNvSpPr txBox="1"/>
          <p:nvPr/>
        </p:nvSpPr>
        <p:spPr>
          <a:xfrm>
            <a:off x="1600200" y="255793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+mn-lt"/>
              </a:rPr>
              <a:t>🔎</a:t>
            </a:r>
            <a:r>
              <a:rPr lang="en-US" sz="2000" dirty="0">
                <a:latin typeface="+mn-lt"/>
              </a:rPr>
              <a:t> </a:t>
            </a:r>
            <a:r>
              <a:rPr lang="en-US" sz="2000" b="1" dirty="0">
                <a:latin typeface="+mn-lt"/>
              </a:rPr>
              <a:t>FAISS for vector similarity search</a:t>
            </a:r>
            <a:endParaRPr lang="en-US" sz="2000" dirty="0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914F3A-9C8D-7926-3E9C-51E8B5595F3A}"/>
              </a:ext>
            </a:extLst>
          </p:cNvPr>
          <p:cNvSpPr txBox="1"/>
          <p:nvPr/>
        </p:nvSpPr>
        <p:spPr>
          <a:xfrm>
            <a:off x="2590800" y="330936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🖥️</a:t>
            </a:r>
            <a:r>
              <a:rPr lang="en-US" dirty="0"/>
              <a:t> </a:t>
            </a:r>
            <a:r>
              <a:rPr lang="en-US" sz="2000" b="1" dirty="0">
                <a:latin typeface="+mn-lt"/>
              </a:rPr>
              <a:t>Streamlit UI</a:t>
            </a:r>
            <a:endParaRPr lang="en-US" sz="2000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E1996D-5189-EF6C-A3B5-B9EA25DA262D}"/>
              </a:ext>
            </a:extLst>
          </p:cNvPr>
          <p:cNvSpPr txBox="1"/>
          <p:nvPr/>
        </p:nvSpPr>
        <p:spPr>
          <a:xfrm>
            <a:off x="3276600" y="414986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+mn-lt"/>
              </a:rPr>
              <a:t>🤖</a:t>
            </a:r>
            <a:r>
              <a:rPr lang="en-US" sz="2000" dirty="0">
                <a:latin typeface="+mn-lt"/>
              </a:rPr>
              <a:t> </a:t>
            </a:r>
            <a:r>
              <a:rPr lang="en-US" sz="2000" b="1" dirty="0">
                <a:latin typeface="+mn-lt"/>
              </a:rPr>
              <a:t>Local LLM via Ollama</a:t>
            </a:r>
            <a:endParaRPr lang="en-US" sz="2000" dirty="0"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6E9F49-DA36-81E7-6C8A-A667B0AD9CF9}"/>
              </a:ext>
            </a:extLst>
          </p:cNvPr>
          <p:cNvSpPr txBox="1"/>
          <p:nvPr/>
        </p:nvSpPr>
        <p:spPr>
          <a:xfrm>
            <a:off x="4706820" y="507626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+mn-lt"/>
              </a:rPr>
              <a:t>Excel-based internal datasets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CD9271A-915B-39AD-0F40-A85DB792F6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21" y="5011316"/>
            <a:ext cx="572779" cy="533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A7564D3-936C-2092-8238-B6460762792C}"/>
              </a:ext>
            </a:extLst>
          </p:cNvPr>
          <p:cNvSpPr txBox="1"/>
          <p:nvPr/>
        </p:nvSpPr>
        <p:spPr>
          <a:xfrm>
            <a:off x="5410200" y="565135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+mn-lt"/>
              </a:rPr>
              <a:t>🧾 </a:t>
            </a:r>
            <a:r>
              <a:rPr lang="en-US" sz="2000" b="1" dirty="0">
                <a:latin typeface="+mn-lt"/>
              </a:rPr>
              <a:t>Logging for traceability</a:t>
            </a:r>
            <a:endParaRPr lang="en-US" sz="2000" dirty="0">
              <a:latin typeface="+mn-lt"/>
            </a:endParaRPr>
          </a:p>
        </p:txBody>
      </p:sp>
      <p:pic>
        <p:nvPicPr>
          <p:cNvPr id="24" name="Picture Placeholder 3">
            <a:extLst>
              <a:ext uri="{FF2B5EF4-FFF2-40B4-BE49-F238E27FC236}">
                <a16:creationId xmlns:a16="http://schemas.microsoft.com/office/drawing/2014/main" id="{A96A5566-FDD0-A8AE-F189-BF8BEF7EB0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382000" y="250568"/>
            <a:ext cx="1806403" cy="72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5034A49-68D3-EAC6-13B7-661D8F5AF8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513274"/>
            <a:ext cx="5105400" cy="3498042"/>
          </a:xfrm>
          <a:prstGeom prst="rect">
            <a:avLst/>
          </a:prstGeom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AB3D9A0E-C933-C491-66D1-3E8D2FF7A05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01EA717-1734-0C86-01E4-B104625B483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20</a:t>
            </a:fld>
            <a:endParaRPr spc="-25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1C001C-F2E1-B31B-721D-C7A9F6B69814}"/>
              </a:ext>
            </a:extLst>
          </p:cNvPr>
          <p:cNvSpPr txBox="1"/>
          <p:nvPr/>
        </p:nvSpPr>
        <p:spPr>
          <a:xfrm>
            <a:off x="685800" y="629315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+mn-lt"/>
              </a:rPr>
              <a:t>FAISS- Facebook AI Similarity Search</a:t>
            </a:r>
          </a:p>
        </p:txBody>
      </p:sp>
    </p:spTree>
    <p:extLst>
      <p:ext uri="{BB962C8B-B14F-4D97-AF65-F5344CB8AC3E}">
        <p14:creationId xmlns:p14="http://schemas.microsoft.com/office/powerpoint/2010/main" val="1334448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2CC5-23E1-4CED-C87C-CB9441E4E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94" y="241236"/>
            <a:ext cx="6465570" cy="369332"/>
          </a:xfrm>
        </p:spPr>
        <p:txBody>
          <a:bodyPr/>
          <a:lstStyle/>
          <a:p>
            <a:r>
              <a:rPr lang="en-US" dirty="0">
                <a:latin typeface="+mn-lt"/>
              </a:rPr>
              <a:t>Safety Chatbot User Interface and workflow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11B7FD-A20E-82FA-690F-DEBE13433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3" t="1501" r="21212"/>
          <a:stretch>
            <a:fillRect/>
          </a:stretch>
        </p:blipFill>
        <p:spPr>
          <a:xfrm>
            <a:off x="6705600" y="1263526"/>
            <a:ext cx="5257800" cy="518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AD2E70-39AD-1FF8-CE0B-A394ED01C6C3}"/>
              </a:ext>
            </a:extLst>
          </p:cNvPr>
          <p:cNvSpPr txBox="1"/>
          <p:nvPr/>
        </p:nvSpPr>
        <p:spPr>
          <a:xfrm>
            <a:off x="381000" y="5677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+mn-lt"/>
              </a:rPr>
              <a:t>Practical workflow of the safety chatbot interface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89742D-BC4A-60D1-9C41-64601B75909C}"/>
              </a:ext>
            </a:extLst>
          </p:cNvPr>
          <p:cNvSpPr txBox="1"/>
          <p:nvPr/>
        </p:nvSpPr>
        <p:spPr>
          <a:xfrm>
            <a:off x="762000" y="157410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n-lt"/>
              </a:rPr>
              <a:t>📝</a:t>
            </a:r>
            <a:r>
              <a:rPr lang="en-US" sz="2000" dirty="0">
                <a:latin typeface="+mn-lt"/>
              </a:rPr>
              <a:t> </a:t>
            </a:r>
            <a:r>
              <a:rPr lang="en-US" sz="2000" b="1" dirty="0">
                <a:latin typeface="+mn-lt"/>
              </a:rPr>
              <a:t>Structured input:</a:t>
            </a:r>
            <a:r>
              <a:rPr lang="en-US" sz="2000" dirty="0">
                <a:latin typeface="+mn-lt"/>
              </a:rPr>
              <a:t> Function – Hazard – Cause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42CF12-845C-1583-87AA-9B54F6F0022C}"/>
              </a:ext>
            </a:extLst>
          </p:cNvPr>
          <p:cNvSpPr txBox="1"/>
          <p:nvPr/>
        </p:nvSpPr>
        <p:spPr>
          <a:xfrm>
            <a:off x="794657" y="213888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✅</a:t>
            </a:r>
            <a:r>
              <a:rPr lang="en-US" dirty="0"/>
              <a:t> </a:t>
            </a:r>
            <a:r>
              <a:rPr lang="en-US" sz="2000" b="1" dirty="0">
                <a:latin typeface="+mn-lt"/>
              </a:rPr>
              <a:t>Format validation before search</a:t>
            </a:r>
            <a:endParaRPr lang="en-US" sz="2000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4511F3-5810-8260-5B2C-B5A3D90F4C55}"/>
              </a:ext>
            </a:extLst>
          </p:cNvPr>
          <p:cNvSpPr txBox="1"/>
          <p:nvPr/>
        </p:nvSpPr>
        <p:spPr>
          <a:xfrm>
            <a:off x="794657" y="246222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🔎</a:t>
            </a:r>
            <a:r>
              <a:rPr lang="en-US" sz="4000" dirty="0"/>
              <a:t> </a:t>
            </a:r>
            <a:r>
              <a:rPr lang="en-US" sz="2000" b="1" dirty="0">
                <a:latin typeface="+mn-lt"/>
              </a:rPr>
              <a:t>Retrieval (k-NN)</a:t>
            </a:r>
            <a:endParaRPr lang="en-US" sz="2000" dirty="0"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35E02A-6669-05CC-5A80-FEFE7590EDA4}"/>
              </a:ext>
            </a:extLst>
          </p:cNvPr>
          <p:cNvSpPr txBox="1"/>
          <p:nvPr/>
        </p:nvSpPr>
        <p:spPr>
          <a:xfrm>
            <a:off x="762000" y="318477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📋</a:t>
            </a:r>
            <a:r>
              <a:rPr lang="en-US" dirty="0"/>
              <a:t> </a:t>
            </a:r>
            <a:r>
              <a:rPr lang="en-US" sz="2000" b="1" dirty="0">
                <a:latin typeface="+mn-lt"/>
              </a:rPr>
              <a:t>Multiple safety message options</a:t>
            </a:r>
            <a:endParaRPr lang="en-US" sz="2000" dirty="0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0E1200-F518-1BFF-ABC9-0EB06261A22E}"/>
              </a:ext>
            </a:extLst>
          </p:cNvPr>
          <p:cNvSpPr txBox="1"/>
          <p:nvPr/>
        </p:nvSpPr>
        <p:spPr>
          <a:xfrm>
            <a:off x="772886" y="35843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✏️</a:t>
            </a:r>
            <a:r>
              <a:rPr lang="en-US" sz="3600" dirty="0"/>
              <a:t> </a:t>
            </a:r>
            <a:r>
              <a:rPr lang="en-US" sz="2000" b="1" dirty="0">
                <a:latin typeface="+mn-lt"/>
              </a:rPr>
              <a:t>User can select &amp; edit</a:t>
            </a:r>
            <a:endParaRPr lang="en-US" sz="2000" dirty="0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630908-3157-C622-B4FA-19061989E46A}"/>
              </a:ext>
            </a:extLst>
          </p:cNvPr>
          <p:cNvSpPr txBox="1"/>
          <p:nvPr/>
        </p:nvSpPr>
        <p:spPr>
          <a:xfrm>
            <a:off x="762000" y="42306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✔️</a:t>
            </a:r>
            <a:r>
              <a:rPr lang="en-US" dirty="0"/>
              <a:t> </a:t>
            </a:r>
            <a:r>
              <a:rPr lang="en-US" sz="2000" b="1" dirty="0">
                <a:latin typeface="+mn-lt"/>
              </a:rPr>
              <a:t>HRK retrieved after confirmation</a:t>
            </a:r>
            <a:endParaRPr lang="en-US" sz="2000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1E4E7A-BC96-A2E8-B594-A1EB360BB18D}"/>
              </a:ext>
            </a:extLst>
          </p:cNvPr>
          <p:cNvSpPr txBox="1"/>
          <p:nvPr/>
        </p:nvSpPr>
        <p:spPr>
          <a:xfrm>
            <a:off x="751114" y="47736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📤</a:t>
            </a:r>
            <a:r>
              <a:rPr lang="en-US" dirty="0"/>
              <a:t> </a:t>
            </a:r>
            <a:r>
              <a:rPr lang="en-US" sz="2000" b="1" dirty="0">
                <a:latin typeface="+mn-lt"/>
              </a:rPr>
              <a:t>Export results to Excel</a:t>
            </a:r>
            <a:endParaRPr lang="en-US" sz="2000" dirty="0"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466DDF-AB9A-725C-D015-51C59CCA6225}"/>
              </a:ext>
            </a:extLst>
          </p:cNvPr>
          <p:cNvSpPr txBox="1"/>
          <p:nvPr/>
        </p:nvSpPr>
        <p:spPr>
          <a:xfrm>
            <a:off x="751114" y="530902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🤖</a:t>
            </a:r>
            <a:r>
              <a:rPr lang="en-US" dirty="0"/>
              <a:t> </a:t>
            </a:r>
            <a:r>
              <a:rPr lang="en-US" sz="2000" b="1" dirty="0"/>
              <a:t>LLM used only if no match is found</a:t>
            </a:r>
            <a:endParaRPr lang="en-US" sz="2000" dirty="0"/>
          </a:p>
        </p:txBody>
      </p:sp>
      <p:pic>
        <p:nvPicPr>
          <p:cNvPr id="23" name="Picture Placeholder 3">
            <a:extLst>
              <a:ext uri="{FF2B5EF4-FFF2-40B4-BE49-F238E27FC236}">
                <a16:creationId xmlns:a16="http://schemas.microsoft.com/office/drawing/2014/main" id="{1D851384-CE7F-614A-8CD2-F2660A282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382000" y="250568"/>
            <a:ext cx="1806403" cy="7200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605899E9-FCE3-10E2-C2C9-6194CC94352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115565DE-A6EB-AA0F-F733-67984CB5CA4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21</a:t>
            </a:fld>
            <a:endParaRPr spc="-2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6852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8AFD-67FB-937E-DBAF-9059E0EC5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94" y="241236"/>
            <a:ext cx="6465570" cy="369332"/>
          </a:xfrm>
        </p:spPr>
        <p:txBody>
          <a:bodyPr/>
          <a:lstStyle/>
          <a:p>
            <a:r>
              <a:rPr lang="en-US" dirty="0"/>
              <a:t>Logging &amp; Traceability</a:t>
            </a:r>
          </a:p>
        </p:txBody>
      </p:sp>
      <p:pic>
        <p:nvPicPr>
          <p:cNvPr id="3" name="Picture Placeholder 3">
            <a:extLst>
              <a:ext uri="{FF2B5EF4-FFF2-40B4-BE49-F238E27FC236}">
                <a16:creationId xmlns:a16="http://schemas.microsoft.com/office/drawing/2014/main" id="{8EDA3D7D-86BD-F101-10B8-DDA56A430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382000" y="250568"/>
            <a:ext cx="1806403" cy="72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CAA5C2-AF54-6CF5-80CE-C848C721039F}"/>
              </a:ext>
            </a:extLst>
          </p:cNvPr>
          <p:cNvSpPr txBox="1"/>
          <p:nvPr/>
        </p:nvSpPr>
        <p:spPr>
          <a:xfrm>
            <a:off x="381000" y="590350"/>
            <a:ext cx="8305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+mn-lt"/>
              </a:rPr>
              <a:t>Ensuring auditability, compliance, and traceability of safety decisions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64E928-141C-0330-BA68-EB9F095EAFF1}"/>
              </a:ext>
            </a:extLst>
          </p:cNvPr>
          <p:cNvSpPr txBox="1"/>
          <p:nvPr/>
        </p:nvSpPr>
        <p:spPr>
          <a:xfrm>
            <a:off x="506094" y="16002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🆔</a:t>
            </a:r>
            <a:r>
              <a:rPr lang="en-US" dirty="0"/>
              <a:t> </a:t>
            </a:r>
            <a:r>
              <a:rPr lang="en-US" sz="2000" b="1" dirty="0">
                <a:latin typeface="+mn-lt"/>
              </a:rPr>
              <a:t>Local interaction ID for each query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369215-0D21-7AFF-9784-06837F891FA6}"/>
              </a:ext>
            </a:extLst>
          </p:cNvPr>
          <p:cNvSpPr txBox="1"/>
          <p:nvPr/>
        </p:nvSpPr>
        <p:spPr>
          <a:xfrm>
            <a:off x="506094" y="219455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+mn-lt"/>
              </a:rPr>
              <a:t>📂 </a:t>
            </a:r>
            <a:r>
              <a:rPr lang="en-US" sz="2000" b="1" dirty="0">
                <a:latin typeface="+mn-lt"/>
              </a:rPr>
              <a:t>Outputs</a:t>
            </a:r>
            <a:endParaRPr lang="en-US" sz="2000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03CFE5-96A3-80F7-4F7C-4850D373A397}"/>
              </a:ext>
            </a:extLst>
          </p:cNvPr>
          <p:cNvSpPr txBox="1"/>
          <p:nvPr/>
        </p:nvSpPr>
        <p:spPr>
          <a:xfrm>
            <a:off x="1066800" y="2656217"/>
            <a:ext cx="2286000" cy="92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Hazard Key List</a:t>
            </a:r>
          </a:p>
          <a:p>
            <a:pPr marL="342900" marR="0" lvl="0" indent="-34290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Validation Log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806ACD-EB9C-D696-EB09-AD106DB91F5E}"/>
              </a:ext>
            </a:extLst>
          </p:cNvPr>
          <p:cNvSpPr txBox="1"/>
          <p:nvPr/>
        </p:nvSpPr>
        <p:spPr>
          <a:xfrm>
            <a:off x="5334000" y="219455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📝</a:t>
            </a:r>
            <a:r>
              <a:rPr lang="en-US" dirty="0"/>
              <a:t> </a:t>
            </a:r>
            <a:r>
              <a:rPr lang="en-US" sz="2000" b="1" dirty="0">
                <a:latin typeface="+mn-lt"/>
              </a:rPr>
              <a:t>Stored Information</a:t>
            </a:r>
            <a:endParaRPr lang="en-US" sz="2000" dirty="0">
              <a:latin typeface="+mn-lt"/>
            </a:endParaRP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729ED7A2-F565-A54F-0A4A-598A1177566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791199" y="2436270"/>
            <a:ext cx="5944234" cy="3697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⏱️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Timestamp and local ID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📝 Function – Hazard – Cause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💬 Generated / Retrieved messages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✔️ Final selected message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🔑 Hazard Key (Safety </a:t>
            </a:r>
            <a:r>
              <a:rPr lang="en-US" altLang="en-US" sz="2000" dirty="0">
                <a:solidFill>
                  <a:schemeClr val="tx1"/>
                </a:solidFill>
                <a:latin typeface="+mn-lt"/>
              </a:rPr>
              <a:t>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essage  + HRK)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📚 Reference context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0CBEE5B-3484-A0EC-309F-BE65EFBFAC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611953"/>
            <a:ext cx="5181600" cy="2865047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1AB74798-78A8-E614-5D53-4A79611BF72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ED483047-5498-063C-77FB-8BC80783409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22</a:t>
            </a:fld>
            <a:endParaRPr spc="-2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0361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E803-AD30-27F4-6956-613024921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94" y="241236"/>
            <a:ext cx="6465570" cy="738664"/>
          </a:xfrm>
        </p:spPr>
        <p:txBody>
          <a:bodyPr/>
          <a:lstStyle/>
          <a:p>
            <a:r>
              <a:rPr lang="en-US" dirty="0">
                <a:latin typeface="+mn-lt"/>
              </a:rPr>
              <a:t>Compliance by Design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0BC3464A-EB8E-FB72-1E64-DCEF95356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382000" y="250568"/>
            <a:ext cx="1806403" cy="72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58DA36-77CF-3721-1A45-0B555BC85145}"/>
              </a:ext>
            </a:extLst>
          </p:cNvPr>
          <p:cNvSpPr txBox="1"/>
          <p:nvPr/>
        </p:nvSpPr>
        <p:spPr>
          <a:xfrm>
            <a:off x="419292" y="610568"/>
            <a:ext cx="441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+mj-lt"/>
              </a:rPr>
              <a:t>Ensuring safe, transparent, and compliant AI usage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74B0B3-C1B6-A734-5068-EC707E026C06}"/>
              </a:ext>
            </a:extLst>
          </p:cNvPr>
          <p:cNvSpPr txBox="1"/>
          <p:nvPr/>
        </p:nvSpPr>
        <p:spPr>
          <a:xfrm>
            <a:off x="506094" y="16002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🔐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Data Protection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2897D65-C7E2-DFAC-8945-B964BA154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061865"/>
            <a:ext cx="561149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Anonymized, structured hazard data only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No personal or patient information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6B2667-8B7D-02DD-823B-50C93AE1C3EB}"/>
              </a:ext>
            </a:extLst>
          </p:cNvPr>
          <p:cNvSpPr txBox="1"/>
          <p:nvPr/>
        </p:nvSpPr>
        <p:spPr>
          <a:xfrm>
            <a:off x="3352800" y="29673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🏠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System &amp; Processing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8042D-D91F-63AE-D860-7D04F408E1C1}"/>
              </a:ext>
            </a:extLst>
          </p:cNvPr>
          <p:cNvSpPr txBox="1"/>
          <p:nvPr/>
        </p:nvSpPr>
        <p:spPr>
          <a:xfrm>
            <a:off x="3923664" y="346165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Local processing (no external APIs)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Transparent retrieval vs. generation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9F3AEA-A6E6-F360-8B48-C3B1814ADB04}"/>
              </a:ext>
            </a:extLst>
          </p:cNvPr>
          <p:cNvSpPr txBox="1"/>
          <p:nvPr/>
        </p:nvSpPr>
        <p:spPr>
          <a:xfrm>
            <a:off x="6602094" y="433447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👩‍⚕️ Governance &amp; Regulation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AFB36CED-E260-E465-94EC-07409262B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7478" y="4734580"/>
            <a:ext cx="558437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Human-in-the-loop validation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EU AI Act: Limited-Risk System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50BF53-3753-F93B-62B3-5B9B4F24CE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38" y="4016643"/>
            <a:ext cx="3695195" cy="24634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A4A5C1-B9E7-2224-7E25-FD84D379E03F}"/>
              </a:ext>
            </a:extLst>
          </p:cNvPr>
          <p:cNvSpPr txBox="1"/>
          <p:nvPr/>
        </p:nvSpPr>
        <p:spPr>
          <a:xfrm>
            <a:off x="3249294" y="5665524"/>
            <a:ext cx="89427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n-lt"/>
              </a:rPr>
              <a:t>Key Principle </a:t>
            </a:r>
          </a:p>
          <a:p>
            <a:r>
              <a:rPr lang="en-US" sz="1600" dirty="0"/>
              <a:t>👉 </a:t>
            </a:r>
            <a:r>
              <a:rPr lang="en-US" sz="1600" i="1" dirty="0">
                <a:latin typeface="+mn-lt"/>
              </a:rPr>
              <a:t>This is a prototype demonstrating compliance-oriented design principles, not a claim of full regulatory compliance.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846EC619-337D-B54E-E833-740AF117B9F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A43F89F5-6CB2-FDA8-FDC6-16258F31ED3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23</a:t>
            </a:fld>
            <a:endParaRPr spc="-2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750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58E7-69CB-20FC-7948-689894085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3567"/>
            <a:ext cx="6465570" cy="369332"/>
          </a:xfrm>
        </p:spPr>
        <p:txBody>
          <a:bodyPr/>
          <a:lstStyle/>
          <a:p>
            <a:r>
              <a:rPr lang="en-US" dirty="0"/>
              <a:t>Evaluation Method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D22F75F0-179C-C21B-52F5-01E04B53B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382000" y="250568"/>
            <a:ext cx="1806403" cy="72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87F679-4596-4C5D-E66E-465CDD309CB9}"/>
              </a:ext>
            </a:extLst>
          </p:cNvPr>
          <p:cNvSpPr txBox="1"/>
          <p:nvPr/>
        </p:nvSpPr>
        <p:spPr>
          <a:xfrm>
            <a:off x="633095" y="709524"/>
            <a:ext cx="81438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2"/>
                </a:solidFill>
                <a:latin typeface="+mn-lt"/>
              </a:rPr>
              <a:t>Expert-based evaluation of usability, correctness, and traceability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1A025C-4E58-124C-EF0B-6B4075E3654D}"/>
              </a:ext>
            </a:extLst>
          </p:cNvPr>
          <p:cNvSpPr txBox="1"/>
          <p:nvPr/>
        </p:nvSpPr>
        <p:spPr>
          <a:xfrm>
            <a:off x="538751" y="16764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🔍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Evaluation Approach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D739B35-FD1B-7F87-9B94-9BA50B896CC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19200" y="2159836"/>
            <a:ext cx="6971664" cy="1429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Cognitive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Domain experts involved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Structured action sequences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FFA8B2-8122-5898-4D4A-7A161BC503B7}"/>
              </a:ext>
            </a:extLst>
          </p:cNvPr>
          <p:cNvSpPr txBox="1"/>
          <p:nvPr/>
        </p:nvSpPr>
        <p:spPr>
          <a:xfrm>
            <a:off x="6096000" y="172256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🎯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Evaluation Focus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B2A7A74-B437-9004-0646-DB597D759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4751" y="2104098"/>
            <a:ext cx="3271249" cy="1429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Usability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+mn-lt"/>
              </a:rPr>
              <a:t>Interaction Flow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Traceability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F2D24D7-1DA5-69FE-68DE-D5B4521E9F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3600344"/>
            <a:ext cx="4478835" cy="2895600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8F2CED0F-DA8D-2BFF-0BBA-2E64488625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A1C8D77F-6397-E085-DDD8-3AA0CE89DEE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24</a:t>
            </a:fld>
            <a:endParaRPr spc="-2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80250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C87E7-A7EA-08EF-9DC4-435A8FD8C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4DA6E44A-C98B-D483-FA55-AA0726ED8C54}"/>
              </a:ext>
            </a:extLst>
          </p:cNvPr>
          <p:cNvSpPr txBox="1">
            <a:spLocks/>
          </p:cNvSpPr>
          <p:nvPr/>
        </p:nvSpPr>
        <p:spPr>
          <a:xfrm>
            <a:off x="506094" y="3070224"/>
            <a:ext cx="8790306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400" b="1" i="0">
                <a:solidFill>
                  <a:srgbClr val="041E42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de-DE" sz="4000" dirty="0">
                <a:solidFill>
                  <a:schemeClr val="bg1"/>
                </a:solidFill>
                <a:latin typeface="+mn-lt"/>
              </a:rPr>
              <a:t>R</a:t>
            </a:r>
            <a:r>
              <a:rPr lang="en-US" sz="4000" dirty="0">
                <a:solidFill>
                  <a:schemeClr val="bg1"/>
                </a:solidFill>
                <a:latin typeface="+mn-lt"/>
              </a:rPr>
              <a:t>esults and Future Work</a:t>
            </a:r>
            <a:endParaRPr lang="en-IN" sz="395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Picture Placeholder 3">
            <a:extLst>
              <a:ext uri="{FF2B5EF4-FFF2-40B4-BE49-F238E27FC236}">
                <a16:creationId xmlns:a16="http://schemas.microsoft.com/office/drawing/2014/main" id="{E2FC790A-C112-09A9-8018-EF9B472F5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382000" y="250568"/>
            <a:ext cx="1806403" cy="720000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84740949-FF77-BD88-C9D0-0A6ACDA7E3A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4F44345D-222E-F5F5-595D-3897323E838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25</a:t>
            </a:fld>
            <a:endParaRPr spc="-2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0680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B98F3-F42C-F7BB-F5CE-481DD6B30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51796"/>
            <a:ext cx="6465570" cy="369332"/>
          </a:xfrm>
        </p:spPr>
        <p:txBody>
          <a:bodyPr/>
          <a:lstStyle/>
          <a:p>
            <a:r>
              <a:rPr lang="en-US" dirty="0"/>
              <a:t>Results 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99CC2293-CF3F-11B9-9FEC-4523F4E54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382000" y="250568"/>
            <a:ext cx="1806403" cy="72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C62F43-210B-266B-E180-E2BFCDB84BAD}"/>
              </a:ext>
            </a:extLst>
          </p:cNvPr>
          <p:cNvSpPr txBox="1"/>
          <p:nvPr/>
        </p:nvSpPr>
        <p:spPr>
          <a:xfrm>
            <a:off x="609600" y="63201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2"/>
                </a:solidFill>
                <a:latin typeface="+mn-lt"/>
              </a:rPr>
              <a:t>Evaluation outcomes of the proposed system.</a:t>
            </a:r>
            <a:endParaRPr lang="en-US" sz="16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209D78-0DA2-C1E7-93AA-46602C5800ED}"/>
              </a:ext>
            </a:extLst>
          </p:cNvPr>
          <p:cNvSpPr txBox="1"/>
          <p:nvPr/>
        </p:nvSpPr>
        <p:spPr>
          <a:xfrm>
            <a:off x="304800" y="1528449"/>
            <a:ext cx="692277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✔️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Result 1 — Support for Hazard Key Selection (RQ1)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retrieval-first approach successfully supported expert hazard key selection in predefined evaluation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Relevant candidates were identified and reviewed by experts during the cognitive walkthrough</a:t>
            </a:r>
          </a:p>
          <a:p>
            <a:endParaRPr lang="en-US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B1651E-E9CB-317E-FAF1-E80959256C6C}"/>
              </a:ext>
            </a:extLst>
          </p:cNvPr>
          <p:cNvSpPr txBox="1"/>
          <p:nvPr/>
        </p:nvSpPr>
        <p:spPr>
          <a:xfrm>
            <a:off x="4572000" y="3952942"/>
            <a:ext cx="6781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✔️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Result 2 — Preservation of Governance &amp; Oversight (RQ2)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Human-in-the-loop validation and interaction logging ensured traceability and governance during system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system supported expert decision-making without automating or replacing 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7AE0BE-ACAF-C79C-EE91-153ABF352C09}"/>
              </a:ext>
            </a:extLst>
          </p:cNvPr>
          <p:cNvSpPr txBox="1"/>
          <p:nvPr/>
        </p:nvSpPr>
        <p:spPr>
          <a:xfrm>
            <a:off x="576943" y="5933598"/>
            <a:ext cx="7086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n-lt"/>
              </a:rPr>
              <a:t>Key Principle </a:t>
            </a:r>
          </a:p>
          <a:p>
            <a:r>
              <a:rPr lang="en-US" sz="1600" dirty="0"/>
              <a:t>👉 </a:t>
            </a:r>
            <a:r>
              <a:rPr lang="en-US" sz="1600" i="1" dirty="0">
                <a:latin typeface="+mn-lt"/>
              </a:rPr>
              <a:t>Results demonstrate feasibility under controlled evaluation conditions.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86A5EF-1810-BAF0-376D-6E59988CC4A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3C1E4EEC-1B91-4CBE-1E1D-CDC92998021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26</a:t>
            </a:fld>
            <a:endParaRPr spc="-2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8139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AF032-5ECC-5B62-C8AD-31936CE0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64757"/>
            <a:ext cx="6465570" cy="369332"/>
          </a:xfrm>
        </p:spPr>
        <p:txBody>
          <a:bodyPr/>
          <a:lstStyle/>
          <a:p>
            <a:r>
              <a:rPr lang="en-US" dirty="0"/>
              <a:t>Discussion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9596D6E1-99B2-1ACB-251E-A394D0C0A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382000" y="250568"/>
            <a:ext cx="1806403" cy="72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41F791-7B4C-DADF-B118-20AB8264A1C5}"/>
              </a:ext>
            </a:extLst>
          </p:cNvPr>
          <p:cNvSpPr txBox="1"/>
          <p:nvPr/>
        </p:nvSpPr>
        <p:spPr>
          <a:xfrm>
            <a:off x="381000" y="72345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2"/>
                </a:solidFill>
                <a:latin typeface="+mn-lt"/>
              </a:rPr>
              <a:t>Interpretation of results, strengths, and limitations.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94D2C4-384A-B3C9-4DBC-874B355D1E01}"/>
              </a:ext>
            </a:extLst>
          </p:cNvPr>
          <p:cNvSpPr txBox="1"/>
          <p:nvPr/>
        </p:nvSpPr>
        <p:spPr>
          <a:xfrm>
            <a:off x="598986" y="1600200"/>
            <a:ext cx="816401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Strengths &amp; Implications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Demonstrates that a retrieval-first design is appropriate for safety-critical documentation 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Shows that GenAI can be integrated as decision support without disrupting expert-driven processes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90D798-7200-761F-60B5-0039118D87F6}"/>
              </a:ext>
            </a:extLst>
          </p:cNvPr>
          <p:cNvSpPr txBox="1"/>
          <p:nvPr/>
        </p:nvSpPr>
        <p:spPr>
          <a:xfrm>
            <a:off x="4953000" y="3583064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⚠️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Evaluation focused on feasibility and interaction behavior rather than quantitative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Findings are specific to the evaluated prototype and domain context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C4BEA74-1A78-F9CC-CBAA-8B852209A53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27</a:t>
            </a:fld>
            <a:endParaRPr spc="-25" dirty="0">
              <a:latin typeface="+mn-lt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9326A51D-A39C-BEED-FC34-260064939E0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5813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CCDBE-FF40-D74F-4764-0470D295C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94" y="241236"/>
            <a:ext cx="6465570" cy="369332"/>
          </a:xfrm>
        </p:spPr>
        <p:txBody>
          <a:bodyPr/>
          <a:lstStyle/>
          <a:p>
            <a:r>
              <a:rPr lang="en-US" dirty="0"/>
              <a:t>Conclusion &amp; Future Work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53805798-3DBF-57D7-0632-E34FF19B4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858"/>
          <a:stretch>
            <a:fillRect/>
          </a:stretch>
        </p:blipFill>
        <p:spPr>
          <a:xfrm>
            <a:off x="8382000" y="250568"/>
            <a:ext cx="1806403" cy="72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26E325-DA09-8ADB-E659-9082FA4F6B58}"/>
              </a:ext>
            </a:extLst>
          </p:cNvPr>
          <p:cNvSpPr txBox="1"/>
          <p:nvPr/>
        </p:nvSpPr>
        <p:spPr>
          <a:xfrm>
            <a:off x="381000" y="6012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2"/>
                </a:solidFill>
                <a:latin typeface="+mn-lt"/>
              </a:rPr>
              <a:t>Summary of contributions and directions for future research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68B101-C1A0-7EC9-4EA7-457F93158EE6}"/>
              </a:ext>
            </a:extLst>
          </p:cNvPr>
          <p:cNvSpPr txBox="1"/>
          <p:nvPr/>
        </p:nvSpPr>
        <p:spPr>
          <a:xfrm>
            <a:off x="690879" y="182880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✅ Conclusion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A1308F-0C39-0FB6-1CFA-669F77F1DD08}"/>
              </a:ext>
            </a:extLst>
          </p:cNvPr>
          <p:cNvSpPr txBox="1"/>
          <p:nvPr/>
        </p:nvSpPr>
        <p:spPr>
          <a:xfrm>
            <a:off x="4572000" y="388620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🔮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Future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EB5DB-EE9F-A131-63BF-30B146E4CE73}"/>
              </a:ext>
            </a:extLst>
          </p:cNvPr>
          <p:cNvSpPr txBox="1"/>
          <p:nvPr/>
        </p:nvSpPr>
        <p:spPr>
          <a:xfrm>
            <a:off x="1219200" y="2177914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GenAI can support hazard key formulation in a decision-support role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Retrieval-first strategy ensures reliability and consistency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Human oversight remains essential in safety-critical contexts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E0C929-3FC1-2D90-B24F-AEF9846141FB}"/>
              </a:ext>
            </a:extLst>
          </p:cNvPr>
          <p:cNvSpPr txBox="1"/>
          <p:nvPr/>
        </p:nvSpPr>
        <p:spPr>
          <a:xfrm>
            <a:off x="4876800" y="4309091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Integration with enterprise systems (PLM / QMS)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Role-based access and governance mechanisms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Automated validation and review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Expansion and diversification of hazard datasets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90C98745-E93B-F189-93F0-7816E33B096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E066C8AE-87C1-A7DE-671E-7D47ACF3929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28</a:t>
            </a:fld>
            <a:endParaRPr spc="-2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543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5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68F00-9C2C-60B5-0EDE-2E601C88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03195"/>
            <a:ext cx="8001000" cy="878205"/>
          </a:xfrm>
        </p:spPr>
        <p:txBody>
          <a:bodyPr/>
          <a:lstStyle/>
          <a:p>
            <a:r>
              <a:rPr lang="de-DE" sz="4000" dirty="0">
                <a:solidFill>
                  <a:schemeClr val="bg1"/>
                </a:solidFill>
                <a:latin typeface="+mn-lt"/>
              </a:rPr>
              <a:t>Demo</a:t>
            </a:r>
            <a:endParaRPr lang="en-US" sz="4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FCF4FBD-0E5F-D797-0236-95202DD27D1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B46BAEF-5A04-844E-6F1B-28A35AE1E46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29</a:t>
            </a:fld>
            <a:endParaRPr spc="-2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9481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5F43B-6D05-C9FE-54A0-19039A9A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64584-EB4A-CC96-22B6-5D738009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03195"/>
            <a:ext cx="9829800" cy="1183005"/>
          </a:xfrm>
        </p:spPr>
        <p:txBody>
          <a:bodyPr/>
          <a:lstStyle/>
          <a:p>
            <a:r>
              <a:rPr lang="de-DE" sz="4000" dirty="0">
                <a:solidFill>
                  <a:schemeClr val="bg1"/>
                </a:solidFill>
                <a:latin typeface="+mn-lt"/>
              </a:rPr>
              <a:t>Thank You and Open to Questions </a:t>
            </a:r>
            <a:endParaRPr lang="en-US" sz="4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0BB0641-F7DC-1D94-E311-47CF56C71E4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3581" y="6631705"/>
            <a:ext cx="92202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de-DE" spc="-20" dirty="0">
                <a:latin typeface="+mn-lt"/>
              </a:rPr>
              <a:t>Feb 5th 2026</a:t>
            </a:r>
            <a:endParaRPr spc="-20" dirty="0">
              <a:latin typeface="+mn-l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3C466C5-B6DD-941E-687E-3AFB4CE8903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57634" y="6631705"/>
            <a:ext cx="177800" cy="128881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latin typeface="+mn-lt"/>
              </a:rPr>
              <a:t>30</a:t>
            </a:fld>
            <a:endParaRPr spc="-25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1736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f6dbec8-95a8-4638-9f5f-bd076536645c}" enabled="1" method="Standard" siteId="{5dbf1add-202a-4b8d-815b-bf0fb024e03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1302</Words>
  <Application>Microsoft Office PowerPoint</Application>
  <PresentationFormat>Widescreen</PresentationFormat>
  <Paragraphs>271</Paragraphs>
  <Slides>30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Arial</vt:lpstr>
      <vt:lpstr>Calibri</vt:lpstr>
      <vt:lpstr>Wingdings</vt:lpstr>
      <vt:lpstr>Office Theme</vt:lpstr>
      <vt:lpstr>The Use of GenAI to Support the Formulation of Risk Control Measures</vt:lpstr>
      <vt:lpstr>Agenda </vt:lpstr>
      <vt:lpstr>Background &amp; Industrial Content </vt:lpstr>
      <vt:lpstr>Background  </vt:lpstr>
      <vt:lpstr>Risk Management &amp; Hazard Keys </vt:lpstr>
      <vt:lpstr>What is a Hazard Key?</vt:lpstr>
      <vt:lpstr>Safety Message Structure</vt:lpstr>
      <vt:lpstr>Hazard Requirement Key (HRK)</vt:lpstr>
      <vt:lpstr>Manual Workflow for Hazard Key Creation</vt:lpstr>
      <vt:lpstr>Challenges </vt:lpstr>
      <vt:lpstr>Problem Statement</vt:lpstr>
      <vt:lpstr>Motivation</vt:lpstr>
      <vt:lpstr>Problem Statement &amp; Research Questions</vt:lpstr>
      <vt:lpstr>Methodology</vt:lpstr>
      <vt:lpstr>Research Methodology and Goals</vt:lpstr>
      <vt:lpstr>Technical Approach</vt:lpstr>
      <vt:lpstr>Retrieval-First Strategy</vt:lpstr>
      <vt:lpstr>System Architecture</vt:lpstr>
      <vt:lpstr>PowerPoint Presentation</vt:lpstr>
      <vt:lpstr>Implementation Details</vt:lpstr>
      <vt:lpstr>Safety Chatbot User Interface and workflow</vt:lpstr>
      <vt:lpstr>Logging &amp; Traceability</vt:lpstr>
      <vt:lpstr>Compliance by Design </vt:lpstr>
      <vt:lpstr>Evaluation Method</vt:lpstr>
      <vt:lpstr>PowerPoint Presentation</vt:lpstr>
      <vt:lpstr>Results </vt:lpstr>
      <vt:lpstr>Discussion</vt:lpstr>
      <vt:lpstr>Conclusion &amp; Future Work</vt:lpstr>
      <vt:lpstr>Demo</vt:lpstr>
      <vt:lpstr>Thank You and Open to Questions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Rithika Ravichandran</dc:creator>
  <cp:lastModifiedBy>Ravichandran, Rithika</cp:lastModifiedBy>
  <cp:revision>7</cp:revision>
  <dcterms:created xsi:type="dcterms:W3CDTF">2025-12-05T14:23:32Z</dcterms:created>
  <dcterms:modified xsi:type="dcterms:W3CDTF">2026-02-04T20:57:16Z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2025-11-10T00:00:00Z</vt:filetime>
  </property>
  <property fmtid="{D5CDD505-2E9C-101B-9397-08002B2CF9AE}" pid="3" name="LastSaved">
    <vt:filetime>2025-12-05T00:00:00Z</vt:filetime>
  </property>
  <property fmtid="{D5CDD505-2E9C-101B-9397-08002B2CF9AE}" pid="4" name="Producer">
    <vt:lpwstr>3-Heights(TM) PDF Security Shell 4.8.25.2 (http://www.pdf-tools.com)</vt:lpwstr>
  </property>
</Properties>
</file>